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18ad2493551423b" /><Relationship Type="http://schemas.openxmlformats.org/officeDocument/2006/relationships/extended-properties" Target="/docProps/app.xml" Id="Rc63b3babd35f4f23" /><Relationship Type="http://schemas.openxmlformats.org/officeDocument/2006/relationships/officeDocument" Target="/ppt/presentation.xml" Id="R2b6c5fe2eedc4c4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5c0593f49e44129"/>
  </p:sldMasterIdLst>
  <p:notesMasterIdLst>
    <p:notesMasterId xmlns:r="http://schemas.openxmlformats.org/officeDocument/2006/relationships" r:id="R6e7a8f0fe7d942b1"/>
  </p:notesMasterIdLst>
  <p:sldIdLst>
    <p:sldId xmlns:r="http://schemas.openxmlformats.org/officeDocument/2006/relationships" id="256" r:id="Rfe4a40f02f294e03"/>
    <p:sldId xmlns:r="http://schemas.openxmlformats.org/officeDocument/2006/relationships" id="257" r:id="Reee2c4c4e72d4694"/>
    <p:sldId xmlns:r="http://schemas.openxmlformats.org/officeDocument/2006/relationships" id="258" r:id="R9132b11342174a81"/>
    <p:sldId xmlns:r="http://schemas.openxmlformats.org/officeDocument/2006/relationships" id="259" r:id="R3241947357574bd0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e167c8eaef8452c" /><Relationship Type="http://schemas.openxmlformats.org/officeDocument/2006/relationships/slideMaster" Target="/ppt/slideMasters/slideMaster1.xml" Id="R75c0593f49e44129" /><Relationship Type="http://schemas.openxmlformats.org/officeDocument/2006/relationships/notesMaster" Target="/ppt/notesMasters/notesMaster1.xml" Id="R6e7a8f0fe7d942b1" /><Relationship Type="http://schemas.openxmlformats.org/officeDocument/2006/relationships/presProps" Target="/ppt/presProps.xml" Id="R50b2a33dd6554323" /><Relationship Type="http://schemas.openxmlformats.org/officeDocument/2006/relationships/tableStyles" Target="/ppt/tableStyles.xml" Id="R9a220d8f81814da5" /><Relationship Type="http://schemas.openxmlformats.org/officeDocument/2006/relationships/slide" Target="/ppt/slides/slide1.xml" Id="Rfe4a40f02f294e03" /><Relationship Type="http://schemas.openxmlformats.org/officeDocument/2006/relationships/slide" Target="/ppt/slides/slide2.xml" Id="Reee2c4c4e72d4694" /><Relationship Type="http://schemas.openxmlformats.org/officeDocument/2006/relationships/slide" Target="/ppt/slides/slide3.xml" Id="R9132b11342174a81" /><Relationship Type="http://schemas.openxmlformats.org/officeDocument/2006/relationships/slide" Target="/ppt/slides/slide4.xml" Id="R3241947357574bd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b6398637bc14a0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55d9d7809514621" /><Relationship Type="http://schemas.openxmlformats.org/officeDocument/2006/relationships/notesMaster" Target="/ppt/notesMasters/notesMaster1.xml" Id="R8358b96208cb487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c2017d66d934bfa" /><Relationship Type="http://schemas.openxmlformats.org/officeDocument/2006/relationships/notesMaster" Target="/ppt/notesMasters/notesMaster1.xml" Id="R0271e8e75afd4ca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98a2d16e02c4a48" /><Relationship Type="http://schemas.openxmlformats.org/officeDocument/2006/relationships/notesMaster" Target="/ppt/notesMasters/notesMaster1.xml" Id="R5261147b08334fe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328c76515eb4fde" /><Relationship Type="http://schemas.openxmlformats.org/officeDocument/2006/relationships/notesMaster" Target="/ppt/notesMasters/notesMaster1.xml" Id="R427bc07677c94ef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本页为高密度的漏洞治理课题中期汇报框架。按背景/问题/挑战—方案设计—成果输出/效果讲述。业务流程、系统框架、UML 类图、时序图均为通用方案示意，并非已实现功能的证明；请按实际方案调整。代码量需明确是否排除依赖、自动生成文件和测试代码。网页区域用于插入实际系统截图。效率以同一任务、同一统计口径的处理耗时对比，耗时下降比例=(优化前耗时−优化后耗时)/优化前耗时×100%；须补充样本数及测量条件。流程参考：NIST SP 800-40 Rev.4，https://csrc.nist.gov/pubs/sp/800/40/r4/final 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本页为第二种单页排版方案：上方横向排列背景介绍、问题描述、关键挑战；中部集中展示方案设计，左侧业务流程及系统框架，右侧 UML 类图和时序图；底部汇总代码量、效率变化与网页截图。图示均为通用方案示意，实际信息尚待填写。效率需采用同一任务、同一测量口径比较，耗时下降=(优化前耗时−优化后耗时)/优化前耗时×100%，并记录样本数及测量条件。代码量需明确是否排除依赖、自动生成文件和测试代码。流程参考：NIST SP 800-40 Rev.4，https://csrc.nist.gov/pubs/sp/800/40/r4/final 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第三版单页框架突出中央系统框架：顶部横贯治理主线，左侧说明背景、问题、挑战，右侧展示代码量和效率，底部补充 UML 类图、时序图及网页截图。图示为排版示意，实际模块与实现状态需据实替换。效率以同一任务、同一口径的处理耗时进行对比，耗时下降=(优化前耗时−优化后耗时)/优化前耗时×100%，并记录样本数及测量条件。流程参考：NIST SP 800-40 Rev.4，https://csrc.nist.gov/pubs/sp/800/40/r4/final 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本页依据历史聊天“dts”整理。来源聊天 ID：6a8bf43c-0d9c-83ee-8b56-bab574e21020、6a90ddff-2990-83e8-a050-5d00b4382e3c。</a:t>
            </a:r>
          </a:p>
          <a:p xmlns:a="http://schemas.openxmlformats.org/drawingml/2006/main">
            <a:r>
              <a:t>业务流程：读取基线 Excel 的 Sheet1 与评审总表，按 HWPSIRT ID + CVE ID 关联，筛选最新状态为无影响、是否评审为是、已走单为空的记录。按 PBI ID + HWPSIRT ID 去重，预检必要字段及证明文件，获取 Token、缓存上传后的 file_id，并通过 Dify 执行 DTS 工作流；日志、PrettyTable 版本汇总与小鲁班通知用于结果跟踪。任务接入 APScheduler 与 Celery。</a:t>
            </a:r>
          </a:p>
          <a:p xmlns:a="http://schemas.openxmlformats.org/drawingml/2006/main">
            <a:r>
              <a:t>状态边界：历史成功记录检查曾被要求关闭；未将历史跳过写为当前必经步骤。Excel 回写方法曾经存在且有历史执行记录，但另一段最新代码讨论表明当前 run_auto_submit 入口未调用回写方法，因此未将回写列为当前流程。MongoDB 创建端与消费端数据源不一致已定位，尚无本次可核验的修复验证证据。</a:t>
            </a:r>
          </a:p>
          <a:p xmlns:a="http://schemas.openxmlformats.org/drawingml/2006/main">
            <a:r>
              <a:t>工作流 status=succeeded 不等同于 DTS 业务成功，须检查 dtsNo 和业务错误输出。历史提到的 9 份基线、668 条候选属于一次初筛，不是实际成功走单量；本页未写入未经核实的量化收益。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3c9935ae1f548fe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efb4399c0e149f6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9d30a9b9cb34d54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c287fefb3d04d76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fec8c46280b4255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e9def6a8ac542c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E61416B6-EA3C-46C2-B426-8D2973E3161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7FFA1C6E-06FF-49E3-9070-3DE9C741E8EB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1337ADA5-BC1A-4F96-9E8F-ABB393F3F81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00B3AC33-3FE9-406F-B22E-34443B6102C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65EAA038-358E-4414-80C5-61C321CD7CC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C3B84F34-1D90-41D9-B239-30E5E1B0E6B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0567778C-5C6F-4D56-A080-2D127C6B94E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E33D68C8-224C-4CCB-A4A8-B05C20F0016F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BAEBE87B-F290-40E3-B7D8-0D07290F30C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C834D2DF-322D-4623-B9B6-69731BDE4D6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ceed972d9f843f6" /><Relationship Type="http://schemas.openxmlformats.org/officeDocument/2006/relationships/slideLayout" Target="/ppt/slideLayouts/slideLayout1.xml" Id="Rfbef281f72fb4972" /><Relationship Type="http://schemas.openxmlformats.org/officeDocument/2006/relationships/slideLayout" Target="/ppt/slideLayouts/slideLayout2.xml" Id="R0802e0a4faef4257" /><Relationship Type="http://schemas.openxmlformats.org/officeDocument/2006/relationships/slideLayout" Target="/ppt/slideLayouts/slideLayout3.xml" Id="Raca83a767e5048b7" /><Relationship Type="http://schemas.openxmlformats.org/officeDocument/2006/relationships/slideLayout" Target="/ppt/slideLayouts/slideLayout4.xml" Id="Reafcd9d062644f4f" /><Relationship Type="http://schemas.openxmlformats.org/officeDocument/2006/relationships/slideLayout" Target="/ppt/slideLayouts/slideLayout5.xml" Id="R91d93e01685f48bb" /><Relationship Type="http://schemas.openxmlformats.org/officeDocument/2006/relationships/slideLayout" Target="/ppt/slideLayouts/slideLayout6.xml" Id="R7e83052b18e7459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bef281f72fb4972"/>
    <p:sldLayoutId xmlns:r="http://schemas.openxmlformats.org/officeDocument/2006/relationships" id="2147483650" r:id="R0802e0a4faef4257"/>
    <p:sldLayoutId xmlns:r="http://schemas.openxmlformats.org/officeDocument/2006/relationships" id="2147483651" r:id="Raca83a767e5048b7"/>
    <p:sldLayoutId xmlns:r="http://schemas.openxmlformats.org/officeDocument/2006/relationships" id="2147483652" r:id="Reafcd9d062644f4f"/>
    <p:sldLayoutId xmlns:r="http://schemas.openxmlformats.org/officeDocument/2006/relationships" id="2147483653" r:id="R91d93e01685f48bb"/>
    <p:sldLayoutId xmlns:r="http://schemas.openxmlformats.org/officeDocument/2006/relationships" id="2147483654" r:id="R7e83052b18e7459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c8f0621328e4436" /><Relationship Type="http://schemas.openxmlformats.org/officeDocument/2006/relationships/notesSlide" Target="/ppt/notesSlides/notesSlide1.xml" Id="Ree190949a666442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5318f55220e4f32" /><Relationship Type="http://schemas.openxmlformats.org/officeDocument/2006/relationships/notesSlide" Target="/ppt/notesSlides/notesSlide2.xml" Id="R5e7516d52839483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e25ea4138f64156" /><Relationship Type="http://schemas.openxmlformats.org/officeDocument/2006/relationships/notesSlide" Target="/ppt/notesSlides/notesSlide3.xml" Id="R90c94e8255ec447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6836136e28b4a4c" /><Relationship Type="http://schemas.openxmlformats.org/officeDocument/2006/relationships/notesSlide" Target="/ppt/notesSlides/notesSlide4.xml" Id="R7169f9899bd54635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8ECFBC5-F4D4-4BEA-B429-0B880EBC3172}"/>
              </a:ext>
            </a:extLst>
          </p:cNvPr>
          <p:cNvCxnSpPr>
            <a:stCxn xmlns:a="http://schemas.openxmlformats.org/drawingml/2006/main" id="44" idx="2"/>
            <a:endCxn xmlns:a="http://schemas.openxmlformats.org/drawingml/2006/main" id="45" idx="0"/>
          </p:cNvCxnSpPr>
          <p:nvPr/>
        </p:nvCxnSpPr>
        <p:spPr>
          <a:xfrm xmlns:a="http://schemas.openxmlformats.org/drawingml/2006/main">
            <a:off x="5886450" y="3886200"/>
            <a:ext cx="0" cy="104775"/>
          </a:xfrm>
          <a:prstGeom xmlns:a="http://schemas.openxmlformats.org/drawingml/2006/main" prst="straightConnector1">
            <a:avLst/>
          </a:prstGeom>
          <a:ln xmlns:a="http://schemas.openxmlformats.org/drawingml/2006/main" w="11430">
            <a:solidFill>
              <a:srgbClr val="A5B9CA"/>
            </a:solidFill>
            <a:tailEnd type="triangle" w="sm" len="sm"/>
          </a:ln>
        </p:spPr>
      </p:cxnSp>
      <p:cxnSp>
        <p:nvCxn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981DEEF-49F0-4948-BEBC-F7CC3DA4717D}"/>
              </a:ext>
            </a:extLst>
          </p:cNvPr>
          <p:cNvCxnSpPr>
            <a:stCxn xmlns:a="http://schemas.openxmlformats.org/drawingml/2006/main" id="43" idx="2"/>
            <a:endCxn xmlns:a="http://schemas.openxmlformats.org/drawingml/2006/main" id="44" idx="0"/>
          </p:cNvCxnSpPr>
          <p:nvPr/>
        </p:nvCxnSpPr>
        <p:spPr>
          <a:xfrm xmlns:a="http://schemas.openxmlformats.org/drawingml/2006/main">
            <a:off x="5886450" y="3495675"/>
            <a:ext cx="0" cy="104775"/>
          </a:xfrm>
          <a:prstGeom xmlns:a="http://schemas.openxmlformats.org/drawingml/2006/main" prst="straightConnector1">
            <a:avLst/>
          </a:prstGeom>
          <a:ln xmlns:a="http://schemas.openxmlformats.org/drawingml/2006/main" w="11430">
            <a:solidFill>
              <a:srgbClr val="A5B9CA"/>
            </a:solidFill>
            <a:tailEnd type="triangle" w="sm" len="sm"/>
          </a:ln>
        </p:spPr>
      </p:cxnSp>
      <p:cxnSp>
        <p:nvCxn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F661FE5-AC46-4021-BE63-E7439F5167FC}"/>
              </a:ext>
            </a:extLst>
          </p:cNvPr>
          <p:cNvCxnSpPr>
            <a:stCxn xmlns:a="http://schemas.openxmlformats.org/drawingml/2006/main" id="28" idx="3"/>
            <a:endCxn xmlns:a="http://schemas.openxmlformats.org/drawingml/2006/main" id="31" idx="1"/>
          </p:cNvCxnSpPr>
          <p:nvPr/>
        </p:nvCxnSpPr>
        <p:spPr>
          <a:xfrm xmlns:a="http://schemas.openxmlformats.org/drawingml/2006/main">
            <a:off x="7764780" y="2190750"/>
            <a:ext cx="16002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7C9BB6"/>
            </a:solidFill>
            <a:tailEnd type="triangle" w="sm" len="sm"/>
          </a:ln>
        </p:spPr>
      </p:cxnSp>
      <p:cxnSp>
        <p:nvCxn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2EF4021-CF8B-48F6-BDDE-80F9AD583547}"/>
              </a:ext>
            </a:extLst>
          </p:cNvPr>
          <p:cNvCxnSpPr>
            <a:stCxn xmlns:a="http://schemas.openxmlformats.org/drawingml/2006/main" id="25" idx="3"/>
            <a:endCxn xmlns:a="http://schemas.openxmlformats.org/drawingml/2006/main" id="28" idx="1"/>
          </p:cNvCxnSpPr>
          <p:nvPr/>
        </p:nvCxnSpPr>
        <p:spPr>
          <a:xfrm xmlns:a="http://schemas.openxmlformats.org/drawingml/2006/main">
            <a:off x="6785610" y="2190750"/>
            <a:ext cx="16002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7C9BB6"/>
            </a:solidFill>
            <a:tailEnd type="triangle" w="sm" len="sm"/>
          </a:ln>
        </p:spPr>
      </p:cxnSp>
      <p:cxnSp>
        <p:nvCxn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729692F-AFFF-4A61-ADFE-C0DE308A1C86}"/>
              </a:ext>
            </a:extLst>
          </p:cNvPr>
          <p:cNvCxnSpPr>
            <a:stCxn xmlns:a="http://schemas.openxmlformats.org/drawingml/2006/main" id="22" idx="3"/>
            <a:endCxn xmlns:a="http://schemas.openxmlformats.org/drawingml/2006/main" id="25" idx="1"/>
          </p:cNvCxnSpPr>
          <p:nvPr/>
        </p:nvCxnSpPr>
        <p:spPr>
          <a:xfrm xmlns:a="http://schemas.openxmlformats.org/drawingml/2006/main">
            <a:off x="5806440" y="2190750"/>
            <a:ext cx="16002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7C9BB6"/>
            </a:solidFill>
            <a:tailEnd type="triangle" w="sm" len="sm"/>
          </a:ln>
        </p:spPr>
      </p:cxnSp>
      <p:cxnSp>
        <p:nvCxn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161358A-6BEB-4E95-B1B4-7539FBF14771}"/>
              </a:ext>
            </a:extLst>
          </p:cNvPr>
          <p:cNvCxnSpPr>
            <a:stCxn xmlns:a="http://schemas.openxmlformats.org/drawingml/2006/main" id="19" idx="3"/>
            <a:endCxn xmlns:a="http://schemas.openxmlformats.org/drawingml/2006/main" id="22" idx="1"/>
          </p:cNvCxnSpPr>
          <p:nvPr/>
        </p:nvCxnSpPr>
        <p:spPr>
          <a:xfrm xmlns:a="http://schemas.openxmlformats.org/drawingml/2006/main" flipH="0">
            <a:off x="4827270" y="2190750"/>
            <a:ext cx="16002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7C9BB6"/>
            </a:solidFill>
            <a:tailEnd type="triangle" w="sm" len="sm"/>
          </a:ln>
        </p:spPr>
      </p:cxnSp>
      <p:cxnSp>
        <p:nvCxn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8D1679C-E400-4B57-B1B2-DCEA23F46B64}"/>
              </a:ext>
            </a:extLst>
          </p:cNvPr>
          <p:cNvCxnSpPr>
            <a:stCxn xmlns:a="http://schemas.openxmlformats.org/drawingml/2006/main" id="16" idx="3"/>
            <a:endCxn xmlns:a="http://schemas.openxmlformats.org/drawingml/2006/main" id="19" idx="1"/>
          </p:cNvCxnSpPr>
          <p:nvPr/>
        </p:nvCxnSpPr>
        <p:spPr>
          <a:xfrm xmlns:a="http://schemas.openxmlformats.org/drawingml/2006/main" flipH="0">
            <a:off x="3848100" y="2190750"/>
            <a:ext cx="16002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7C9BB6"/>
            </a:solidFill>
            <a:tailEnd type="triangle" w="sm" len="sm"/>
          </a:ln>
        </p:spPr>
      </p:cxnSp>
      <p:sp>
        <p:nvSpPr>
          <p:cNvPr id="9" name="cover-type">
            <a:extLst xmlns:a="http://schemas.openxmlformats.org/drawingml/2006/main">
              <a:ext uri="{FF2B5EF4-FFF2-40B4-BE49-F238E27FC236}">
                <a16:creationId xmlns:a16="http://schemas.microsoft.com/office/drawing/2014/main" id="{1AF9EC83-725B-47D3-B8DC-AC1325C1D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400050"/>
            <a:ext cx="2590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875" b="1">
                <a:solidFill>
                  <a:srgbClr val="245F8D"/>
                </a:solidFill>
                <a:latin typeface="PingFang SC"/>
                <a:ea typeface="PingFang SC"/>
                <a:cs typeface="PingFang SC"/>
              </a:defRPr>
            </a:defPPr>
            <a:lvl1pPr algn="r">
              <a:defRPr sz="1875" b="1">
                <a:solidFill>
                  <a:srgbClr val="245F8D"/>
                </a:solidFill>
                <a:latin typeface="PingFang SC"/>
                <a:ea typeface="PingFang SC"/>
                <a:cs typeface="PingFang SC"/>
              </a:defRPr>
            </a:lvl1pPr>
            <a:lvl2pPr algn="r">
              <a:defRPr sz="1875" b="1">
                <a:solidFill>
                  <a:srgbClr val="245F8D"/>
                </a:solidFill>
                <a:latin typeface="PingFang SC"/>
                <a:ea typeface="PingFang SC"/>
                <a:cs typeface="PingFang SC"/>
              </a:defRPr>
            </a:lvl2pPr>
            <a:lvl3pPr algn="r">
              <a:defRPr sz="1875" b="1">
                <a:solidFill>
                  <a:srgbClr val="245F8D"/>
                </a:solidFill>
                <a:latin typeface="PingFang SC"/>
                <a:ea typeface="PingFang SC"/>
                <a:cs typeface="PingFang SC"/>
              </a:defRPr>
            </a:lvl3pPr>
            <a:lvl4pPr algn="r">
              <a:defRPr sz="1875" b="1">
                <a:solidFill>
                  <a:srgbClr val="245F8D"/>
                </a:solidFill>
                <a:latin typeface="PingFang SC"/>
                <a:ea typeface="PingFang SC"/>
                <a:cs typeface="PingFang SC"/>
              </a:defRPr>
            </a:lvl4pPr>
            <a:lvl5pPr algn="r">
              <a:defRPr sz="1875" b="1">
                <a:solidFill>
                  <a:srgbClr val="245F8D"/>
                </a:solidFill>
                <a:latin typeface="PingFang SC"/>
                <a:ea typeface="PingFang SC"/>
                <a:cs typeface="PingFang SC"/>
              </a:defRPr>
            </a:lvl5pPr>
            <a:lvl6pPr algn="r">
              <a:defRPr sz="1875" b="1">
                <a:solidFill>
                  <a:srgbClr val="245F8D"/>
                </a:solidFill>
                <a:latin typeface="PingFang SC"/>
                <a:ea typeface="PingFang SC"/>
                <a:cs typeface="PingFang SC"/>
              </a:defRPr>
            </a:lvl6pPr>
            <a:lvl7pPr algn="r">
              <a:defRPr sz="1875" b="1">
                <a:solidFill>
                  <a:srgbClr val="245F8D"/>
                </a:solidFill>
                <a:latin typeface="PingFang SC"/>
                <a:ea typeface="PingFang SC"/>
                <a:cs typeface="PingFang SC"/>
              </a:defRPr>
            </a:lvl7pPr>
            <a:lvl8pPr algn="r">
              <a:defRPr sz="1875" b="1">
                <a:solidFill>
                  <a:srgbClr val="245F8D"/>
                </a:solidFill>
                <a:latin typeface="PingFang SC"/>
                <a:ea typeface="PingFang SC"/>
                <a:cs typeface="PingFang SC"/>
              </a:defRPr>
            </a:lvl8pPr>
            <a:lvl9pPr algn="r">
              <a:defRPr sz="1875" b="1">
                <a:solidFill>
                  <a:srgbClr val="245F8D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r">
              <a:defRPr sz="1875" b="1">
                <a:solidFill>
                  <a:srgbClr val="245F8D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245F8D"/>
                </a:solidFill>
                <a:latin typeface="PingFang SC"/>
                <a:ea typeface="PingFang SC"/>
                <a:cs typeface="PingFang SC"/>
              </a:rPr>
              <a:t>中期汇报</a:t>
            </a:r>
          </a:p>
        </p:txBody>
      </p:sp>
      <p:sp>
        <p:nvSpPr>
          <p:cNvPr id="10" name="cover-title">
            <a:extLst xmlns:a="http://schemas.openxmlformats.org/drawingml/2006/main">
              <a:ext uri="{FF2B5EF4-FFF2-40B4-BE49-F238E27FC236}">
                <a16:creationId xmlns:a16="http://schemas.microsoft.com/office/drawing/2014/main" id="{0B47EA68-EF2E-4279-B7CC-A84F26501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66700"/>
            <a:ext cx="8572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17344F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3300" b="1">
                <a:solidFill>
                  <a:srgbClr val="17344F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3300" b="1">
                <a:solidFill>
                  <a:srgbClr val="17344F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3300" b="1">
                <a:solidFill>
                  <a:srgbClr val="17344F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3300" b="1">
                <a:solidFill>
                  <a:srgbClr val="17344F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3300" b="1">
                <a:solidFill>
                  <a:srgbClr val="17344F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3300" b="1">
                <a:solidFill>
                  <a:srgbClr val="17344F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3300" b="1">
                <a:solidFill>
                  <a:srgbClr val="17344F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3300" b="1">
                <a:solidFill>
                  <a:srgbClr val="17344F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3300" b="1">
                <a:solidFill>
                  <a:srgbClr val="17344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17344F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17344F"/>
                </a:solidFill>
                <a:latin typeface="PingFang SC"/>
                <a:ea typeface="PingFang SC"/>
                <a:cs typeface="PingFang SC"/>
              </a:rPr>
              <a:t>漏洞治理流程</a:t>
            </a:r>
          </a:p>
        </p:txBody>
      </p:sp>
      <p:sp>
        <p:nvSpPr>
          <p:cNvPr id="11" name="cover-subtitle">
            <a:extLst xmlns:a="http://schemas.openxmlformats.org/drawingml/2006/main">
              <a:ext uri="{FF2B5EF4-FFF2-40B4-BE49-F238E27FC236}">
                <a16:creationId xmlns:a16="http://schemas.microsoft.com/office/drawing/2014/main" id="{CC0F1836-9B89-4088-8324-A71D4F57C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9481" y="6534150"/>
            <a:ext cx="2639469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125" b="0">
                <a:solidFill>
                  <a:srgbClr val="65788A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125" b="0">
                <a:solidFill>
                  <a:srgbClr val="65788A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125" b="0">
                <a:solidFill>
                  <a:srgbClr val="65788A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125" b="0">
                <a:solidFill>
                  <a:srgbClr val="65788A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125" b="0">
                <a:solidFill>
                  <a:srgbClr val="65788A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125" b="0">
                <a:solidFill>
                  <a:srgbClr val="65788A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125" b="0">
                <a:solidFill>
                  <a:srgbClr val="65788A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125" b="0">
                <a:solidFill>
                  <a:srgbClr val="65788A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125" b="0">
                <a:solidFill>
                  <a:srgbClr val="65788A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125" b="0">
                <a:solidFill>
                  <a:srgbClr val="65788A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125" b="0">
                <a:solidFill>
                  <a:srgbClr val="65788A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65788A"/>
                </a:solidFill>
                <a:latin typeface="PingFang SC"/>
                <a:ea typeface="PingFang SC"/>
                <a:cs typeface="PingFang SC"/>
              </a:rPr>
              <a:t>图示为方案示意，数据与截图待填写</a:t>
            </a:r>
          </a:p>
        </p:txBody>
      </p:sp>
      <p:sp>
        <p:nvSpPr>
          <p:cNvPr id="12" name="cover-meta">
            <a:extLst xmlns:a="http://schemas.openxmlformats.org/drawingml/2006/main">
              <a:ext uri="{FF2B5EF4-FFF2-40B4-BE49-F238E27FC236}">
                <a16:creationId xmlns:a16="http://schemas.microsoft.com/office/drawing/2014/main" id="{7DAE3C9A-BE9F-4172-9888-F8976DEFF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6534150"/>
            <a:ext cx="428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125" b="0">
                <a:solidFill>
                  <a:srgbClr val="65788A"/>
                </a:solidFill>
                <a:latin typeface="PingFang SC"/>
                <a:ea typeface="PingFang SC"/>
                <a:cs typeface="PingFang SC"/>
              </a:defRPr>
            </a:defPPr>
            <a:lvl1pPr algn="r">
              <a:defRPr sz="1125" b="0">
                <a:solidFill>
                  <a:srgbClr val="65788A"/>
                </a:solidFill>
                <a:latin typeface="PingFang SC"/>
                <a:ea typeface="PingFang SC"/>
                <a:cs typeface="PingFang SC"/>
              </a:defRPr>
            </a:lvl1pPr>
            <a:lvl2pPr algn="r">
              <a:defRPr sz="1125" b="0">
                <a:solidFill>
                  <a:srgbClr val="65788A"/>
                </a:solidFill>
                <a:latin typeface="PingFang SC"/>
                <a:ea typeface="PingFang SC"/>
                <a:cs typeface="PingFang SC"/>
              </a:defRPr>
            </a:lvl2pPr>
            <a:lvl3pPr algn="r">
              <a:defRPr sz="1125" b="0">
                <a:solidFill>
                  <a:srgbClr val="65788A"/>
                </a:solidFill>
                <a:latin typeface="PingFang SC"/>
                <a:ea typeface="PingFang SC"/>
                <a:cs typeface="PingFang SC"/>
              </a:defRPr>
            </a:lvl3pPr>
            <a:lvl4pPr algn="r">
              <a:defRPr sz="1125" b="0">
                <a:solidFill>
                  <a:srgbClr val="65788A"/>
                </a:solidFill>
                <a:latin typeface="PingFang SC"/>
                <a:ea typeface="PingFang SC"/>
                <a:cs typeface="PingFang SC"/>
              </a:defRPr>
            </a:lvl4pPr>
            <a:lvl5pPr algn="r">
              <a:defRPr sz="1125" b="0">
                <a:solidFill>
                  <a:srgbClr val="65788A"/>
                </a:solidFill>
                <a:latin typeface="PingFang SC"/>
                <a:ea typeface="PingFang SC"/>
                <a:cs typeface="PingFang SC"/>
              </a:defRPr>
            </a:lvl5pPr>
            <a:lvl6pPr algn="r">
              <a:defRPr sz="1125" b="0">
                <a:solidFill>
                  <a:srgbClr val="65788A"/>
                </a:solidFill>
                <a:latin typeface="PingFang SC"/>
                <a:ea typeface="PingFang SC"/>
                <a:cs typeface="PingFang SC"/>
              </a:defRPr>
            </a:lvl6pPr>
            <a:lvl7pPr algn="r">
              <a:defRPr sz="1125" b="0">
                <a:solidFill>
                  <a:srgbClr val="65788A"/>
                </a:solidFill>
                <a:latin typeface="PingFang SC"/>
                <a:ea typeface="PingFang SC"/>
                <a:cs typeface="PingFang SC"/>
              </a:defRPr>
            </a:lvl7pPr>
            <a:lvl8pPr algn="r">
              <a:defRPr sz="1125" b="0">
                <a:solidFill>
                  <a:srgbClr val="65788A"/>
                </a:solidFill>
                <a:latin typeface="PingFang SC"/>
                <a:ea typeface="PingFang SC"/>
                <a:cs typeface="PingFang SC"/>
              </a:defRPr>
            </a:lvl8pPr>
            <a:lvl9pPr algn="r">
              <a:defRPr sz="1125" b="0">
                <a:solidFill>
                  <a:srgbClr val="65788A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r">
              <a:defRPr sz="1125" b="0">
                <a:solidFill>
                  <a:srgbClr val="65788A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65788A"/>
                </a:solidFill>
                <a:latin typeface="PingFang SC"/>
                <a:ea typeface="PingFang SC"/>
                <a:cs typeface="PingFang SC"/>
              </a:rPr>
              <a:t>汇报人：〔姓名〕  |  日期：〔日期〕</a:t>
            </a:r>
          </a:p>
        </p:txBody>
      </p:sp>
      <p:sp>
        <p:nvSpPr>
          <p:cNvPr id="13" name="research-goal-label">
            <a:extLst xmlns:a="http://schemas.openxmlformats.org/drawingml/2006/main">
              <a:ext uri="{FF2B5EF4-FFF2-40B4-BE49-F238E27FC236}">
                <a16:creationId xmlns:a16="http://schemas.microsoft.com/office/drawing/2014/main" id="{907A198E-0DE0-4104-A4FB-D3F57F022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114425"/>
            <a:ext cx="2286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1">
                <a:solidFill>
                  <a:srgbClr val="245F8D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725" b="1">
                <a:solidFill>
                  <a:srgbClr val="245F8D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725" b="1">
                <a:solidFill>
                  <a:srgbClr val="245F8D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725" b="1">
                <a:solidFill>
                  <a:srgbClr val="245F8D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725" b="1">
                <a:solidFill>
                  <a:srgbClr val="245F8D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725" b="1">
                <a:solidFill>
                  <a:srgbClr val="245F8D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725" b="1">
                <a:solidFill>
                  <a:srgbClr val="245F8D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725" b="1">
                <a:solidFill>
                  <a:srgbClr val="245F8D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725" b="1">
                <a:solidFill>
                  <a:srgbClr val="245F8D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725" b="1">
                <a:solidFill>
                  <a:srgbClr val="245F8D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725" b="1">
                <a:solidFill>
                  <a:srgbClr val="245F8D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245F8D"/>
                </a:solidFill>
                <a:latin typeface="PingFang SC"/>
                <a:ea typeface="PingFang SC"/>
                <a:cs typeface="PingFang SC"/>
              </a:rPr>
              <a:t>背景、问题与挑战</a:t>
            </a:r>
          </a:p>
        </p:txBody>
      </p:sp>
      <p:sp>
        <p:nvSpPr>
          <p:cNvPr id="14" name="process-heading">
            <a:extLst xmlns:a="http://schemas.openxmlformats.org/drawingml/2006/main">
              <a:ext uri="{FF2B5EF4-FFF2-40B4-BE49-F238E27FC236}">
                <a16:creationId xmlns:a16="http://schemas.microsoft.com/office/drawing/2014/main" id="{F344DEF7-2102-4171-965B-3B1F9AD76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1114425"/>
            <a:ext cx="5715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1">
                <a:solidFill>
                  <a:srgbClr val="245F8D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800" b="1">
                <a:solidFill>
                  <a:srgbClr val="245F8D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800" b="1">
                <a:solidFill>
                  <a:srgbClr val="245F8D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800" b="1">
                <a:solidFill>
                  <a:srgbClr val="245F8D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800" b="1">
                <a:solidFill>
                  <a:srgbClr val="245F8D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800" b="1">
                <a:solidFill>
                  <a:srgbClr val="245F8D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800" b="1">
                <a:solidFill>
                  <a:srgbClr val="245F8D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800" b="1">
                <a:solidFill>
                  <a:srgbClr val="245F8D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800" b="1">
                <a:solidFill>
                  <a:srgbClr val="245F8D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800" b="1">
                <a:solidFill>
                  <a:srgbClr val="245F8D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245F8D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245F8D"/>
                </a:solidFill>
                <a:latin typeface="PingFang SC"/>
                <a:ea typeface="PingFang SC"/>
                <a:cs typeface="PingFang SC"/>
              </a:rPr>
              <a:t>方案设计（示意）</a:t>
            </a:r>
          </a:p>
        </p:txBody>
      </p:sp>
      <p:sp>
        <p:nvSpPr>
          <p:cNvPr id="15" name="step-number-0">
            <a:extLst xmlns:a="http://schemas.openxmlformats.org/drawingml/2006/main">
              <a:ext uri="{FF2B5EF4-FFF2-40B4-BE49-F238E27FC236}">
                <a16:creationId xmlns:a16="http://schemas.microsoft.com/office/drawing/2014/main" id="{3BCB4A2D-3DD2-4ACD-A60C-8DE200BD1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1609725"/>
            <a:ext cx="571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1">
                <a:solidFill>
                  <a:srgbClr val="17344F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500" b="1">
                <a:solidFill>
                  <a:srgbClr val="17344F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500" b="1">
                <a:solidFill>
                  <a:srgbClr val="17344F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500" b="1">
                <a:solidFill>
                  <a:srgbClr val="17344F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500" b="1">
                <a:solidFill>
                  <a:srgbClr val="17344F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500" b="1">
                <a:solidFill>
                  <a:srgbClr val="17344F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500" b="1">
                <a:solidFill>
                  <a:srgbClr val="17344F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500" b="1">
                <a:solidFill>
                  <a:srgbClr val="17344F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500" b="1">
                <a:solidFill>
                  <a:srgbClr val="17344F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500" b="1">
                <a:solidFill>
                  <a:srgbClr val="17344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17344F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17344F"/>
                </a:solidFill>
                <a:latin typeface="PingFang SC"/>
                <a:ea typeface="PingFang SC"/>
                <a:cs typeface="PingFang SC"/>
              </a:rPr>
              <a:t>业务流程</a:t>
            </a:r>
          </a:p>
        </p:txBody>
      </p:sp>
      <p:sp>
        <p:nvSpPr>
          <p:cNvPr id="16" name="process-step-0">
            <a:extLst xmlns:a="http://schemas.openxmlformats.org/drawingml/2006/main">
              <a:ext uri="{FF2B5EF4-FFF2-40B4-BE49-F238E27FC236}">
                <a16:creationId xmlns:a16="http://schemas.microsoft.com/office/drawing/2014/main" id="{27FB5430-0089-48A7-8DA0-3E3D4D1D8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1990725"/>
            <a:ext cx="8191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4F9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350" b="1">
                <a:solidFill>
                  <a:srgbClr val="17344F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350" b="1">
                <a:solidFill>
                  <a:srgbClr val="17344F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350" b="1">
                <a:solidFill>
                  <a:srgbClr val="17344F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350" b="1">
                <a:solidFill>
                  <a:srgbClr val="17344F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350" b="1">
                <a:solidFill>
                  <a:srgbClr val="17344F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350" b="1">
                <a:solidFill>
                  <a:srgbClr val="17344F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350" b="1">
                <a:solidFill>
                  <a:srgbClr val="17344F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350" b="1">
                <a:solidFill>
                  <a:srgbClr val="17344F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350" b="1">
                <a:solidFill>
                  <a:srgbClr val="17344F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350" b="1">
                <a:solidFill>
                  <a:srgbClr val="17344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350" b="1">
                <a:solidFill>
                  <a:srgbClr val="17344F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17344F"/>
                </a:solidFill>
                <a:latin typeface="PingFang SC"/>
                <a:ea typeface="PingFang SC"/>
                <a:cs typeface="PingFang SC"/>
              </a:rPr>
              <a:t>漏洞发现</a:t>
            </a:r>
          </a:p>
        </p:txBody>
      </p:sp>
      <p:sp>
        <p:nvSpPr>
          <p:cNvPr id="17" name="step-output-0">
            <a:extLst xmlns:a="http://schemas.openxmlformats.org/drawingml/2006/main">
              <a:ext uri="{FF2B5EF4-FFF2-40B4-BE49-F238E27FC236}">
                <a16:creationId xmlns:a16="http://schemas.microsoft.com/office/drawing/2014/main" id="{7914EE5B-1D91-4BBC-8A9C-744E8F207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1981200"/>
            <a:ext cx="26098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88" b="0">
                <a:solidFill>
                  <a:srgbClr val="17344F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388" b="0">
                <a:solidFill>
                  <a:srgbClr val="17344F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388" b="0">
                <a:solidFill>
                  <a:srgbClr val="17344F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388" b="0">
                <a:solidFill>
                  <a:srgbClr val="17344F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388" b="0">
                <a:solidFill>
                  <a:srgbClr val="17344F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388" b="0">
                <a:solidFill>
                  <a:srgbClr val="17344F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388" b="0">
                <a:solidFill>
                  <a:srgbClr val="17344F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388" b="0">
                <a:solidFill>
                  <a:srgbClr val="17344F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388" b="0">
                <a:solidFill>
                  <a:srgbClr val="17344F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388" b="0">
                <a:solidFill>
                  <a:srgbClr val="17344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388" b="0">
                <a:solidFill>
                  <a:srgbClr val="17344F"/>
                </a:solidFill>
                <a:latin typeface="PingFang SC"/>
                <a:ea typeface="PingFang SC"/>
                <a:cs typeface="PingFang SC"/>
              </a:defRPr>
            </a:pPr>
            <a:r>
              <a:rPr sz="1388" b="0">
                <a:solidFill>
                  <a:srgbClr val="17344F"/>
                </a:solidFill>
                <a:latin typeface="PingFang SC"/>
                <a:ea typeface="PingFang SC"/>
                <a:cs typeface="PingFang SC"/>
              </a:rPr>
              <a:t>有效代码：〔行数〕行</a:t>
            </a:r>
          </a:p>
          <a:p xmlns:a="http://schemas.openxmlformats.org/drawingml/2006/main">
            <a:pPr algn="l">
              <a:defRPr sz="1388" b="0">
                <a:solidFill>
                  <a:srgbClr val="17344F"/>
                </a:solidFill>
                <a:latin typeface="PingFang SC"/>
                <a:ea typeface="PingFang SC"/>
                <a:cs typeface="PingFang SC"/>
              </a:defRPr>
            </a:pPr>
            <a:r>
              <a:rPr sz="1388" b="0">
                <a:solidFill>
                  <a:srgbClr val="17344F"/>
                </a:solidFill>
                <a:latin typeface="PingFang SC"/>
                <a:ea typeface="PingFang SC"/>
                <a:cs typeface="PingFang SC"/>
              </a:rPr>
              <a:t>核心模块：〔数量〕个</a:t>
            </a:r>
          </a:p>
        </p:txBody>
      </p:sp>
      <p:sp>
        <p:nvSpPr>
          <p:cNvPr id="18" name="step-number-1">
            <a:extLst xmlns:a="http://schemas.openxmlformats.org/drawingml/2006/main">
              <a:ext uri="{FF2B5EF4-FFF2-40B4-BE49-F238E27FC236}">
                <a16:creationId xmlns:a16="http://schemas.microsoft.com/office/drawing/2014/main" id="{39B051B9-0F14-4372-AD8A-A4E17BD1B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876550"/>
            <a:ext cx="571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1">
                <a:solidFill>
                  <a:srgbClr val="17344F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500" b="1">
                <a:solidFill>
                  <a:srgbClr val="17344F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500" b="1">
                <a:solidFill>
                  <a:srgbClr val="17344F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500" b="1">
                <a:solidFill>
                  <a:srgbClr val="17344F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500" b="1">
                <a:solidFill>
                  <a:srgbClr val="17344F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500" b="1">
                <a:solidFill>
                  <a:srgbClr val="17344F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500" b="1">
                <a:solidFill>
                  <a:srgbClr val="17344F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500" b="1">
                <a:solidFill>
                  <a:srgbClr val="17344F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500" b="1">
                <a:solidFill>
                  <a:srgbClr val="17344F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500" b="1">
                <a:solidFill>
                  <a:srgbClr val="17344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17344F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17344F"/>
                </a:solidFill>
                <a:latin typeface="PingFang SC"/>
                <a:ea typeface="PingFang SC"/>
                <a:cs typeface="PingFang SC"/>
              </a:rPr>
              <a:t>系统框架</a:t>
            </a:r>
          </a:p>
        </p:txBody>
      </p:sp>
      <p:sp>
        <p:nvSpPr>
          <p:cNvPr id="19" name="process-step-1">
            <a:extLst xmlns:a="http://schemas.openxmlformats.org/drawingml/2006/main">
              <a:ext uri="{FF2B5EF4-FFF2-40B4-BE49-F238E27FC236}">
                <a16:creationId xmlns:a16="http://schemas.microsoft.com/office/drawing/2014/main" id="{6A6C81BD-2D39-48D9-9BC3-CC328FB0D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8120" y="1990725"/>
            <a:ext cx="8191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4F9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350" b="1">
                <a:solidFill>
                  <a:srgbClr val="17344F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350" b="1">
                <a:solidFill>
                  <a:srgbClr val="17344F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350" b="1">
                <a:solidFill>
                  <a:srgbClr val="17344F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350" b="1">
                <a:solidFill>
                  <a:srgbClr val="17344F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350" b="1">
                <a:solidFill>
                  <a:srgbClr val="17344F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350" b="1">
                <a:solidFill>
                  <a:srgbClr val="17344F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350" b="1">
                <a:solidFill>
                  <a:srgbClr val="17344F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350" b="1">
                <a:solidFill>
                  <a:srgbClr val="17344F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350" b="1">
                <a:solidFill>
                  <a:srgbClr val="17344F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350" b="1">
                <a:solidFill>
                  <a:srgbClr val="17344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350" b="1">
                <a:solidFill>
                  <a:srgbClr val="17344F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17344F"/>
                </a:solidFill>
                <a:latin typeface="PingFang SC"/>
                <a:ea typeface="PingFang SC"/>
                <a:cs typeface="PingFang SC"/>
              </a:rPr>
              <a:t>确认归并</a:t>
            </a:r>
          </a:p>
        </p:txBody>
      </p:sp>
      <p:sp>
        <p:nvSpPr>
          <p:cNvPr id="20" name="step-output-1">
            <a:extLst xmlns:a="http://schemas.openxmlformats.org/drawingml/2006/main">
              <a:ext uri="{FF2B5EF4-FFF2-40B4-BE49-F238E27FC236}">
                <a16:creationId xmlns:a16="http://schemas.microsoft.com/office/drawing/2014/main" id="{D4DB135E-3BDD-45AF-8CE0-0D0679594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4552950"/>
            <a:ext cx="2609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17344F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650" b="1">
                <a:solidFill>
                  <a:srgbClr val="17344F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650" b="1">
                <a:solidFill>
                  <a:srgbClr val="17344F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650" b="1">
                <a:solidFill>
                  <a:srgbClr val="17344F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650" b="1">
                <a:solidFill>
                  <a:srgbClr val="17344F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650" b="1">
                <a:solidFill>
                  <a:srgbClr val="17344F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650" b="1">
                <a:solidFill>
                  <a:srgbClr val="17344F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650" b="1">
                <a:solidFill>
                  <a:srgbClr val="17344F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650" b="1">
                <a:solidFill>
                  <a:srgbClr val="17344F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650" b="1">
                <a:solidFill>
                  <a:srgbClr val="17344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17344F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17344F"/>
                </a:solidFill>
                <a:latin typeface="PingFang SC"/>
                <a:ea typeface="PingFang SC"/>
                <a:cs typeface="PingFang SC"/>
              </a:rPr>
              <a:t>效率提升</a:t>
            </a:r>
          </a:p>
        </p:txBody>
      </p:sp>
      <p:sp>
        <p:nvSpPr>
          <p:cNvPr id="21" name="step-number-2">
            <a:extLst xmlns:a="http://schemas.openxmlformats.org/drawingml/2006/main">
              <a:ext uri="{FF2B5EF4-FFF2-40B4-BE49-F238E27FC236}">
                <a16:creationId xmlns:a16="http://schemas.microsoft.com/office/drawing/2014/main" id="{CBEA57EA-7BF4-4B39-BA99-612EDFDBA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4552950"/>
            <a:ext cx="266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1">
                <a:solidFill>
                  <a:srgbClr val="17344F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500" b="1">
                <a:solidFill>
                  <a:srgbClr val="17344F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500" b="1">
                <a:solidFill>
                  <a:srgbClr val="17344F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500" b="1">
                <a:solidFill>
                  <a:srgbClr val="17344F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500" b="1">
                <a:solidFill>
                  <a:srgbClr val="17344F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500" b="1">
                <a:solidFill>
                  <a:srgbClr val="17344F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500" b="1">
                <a:solidFill>
                  <a:srgbClr val="17344F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500" b="1">
                <a:solidFill>
                  <a:srgbClr val="17344F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500" b="1">
                <a:solidFill>
                  <a:srgbClr val="17344F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500" b="1">
                <a:solidFill>
                  <a:srgbClr val="17344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17344F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17344F"/>
                </a:solidFill>
                <a:latin typeface="PingFang SC"/>
                <a:ea typeface="PingFang SC"/>
                <a:cs typeface="PingFang SC"/>
              </a:rPr>
              <a:t>UML 类图</a:t>
            </a:r>
          </a:p>
        </p:txBody>
      </p:sp>
      <p:sp>
        <p:nvSpPr>
          <p:cNvPr id="22" name="process-step-2">
            <a:extLst xmlns:a="http://schemas.openxmlformats.org/drawingml/2006/main">
              <a:ext uri="{FF2B5EF4-FFF2-40B4-BE49-F238E27FC236}">
                <a16:creationId xmlns:a16="http://schemas.microsoft.com/office/drawing/2014/main" id="{2E8D4629-5182-49B1-A2D4-F1BDA7162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7290" y="1990725"/>
            <a:ext cx="8191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4F9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350" b="1">
                <a:solidFill>
                  <a:srgbClr val="17344F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350" b="1">
                <a:solidFill>
                  <a:srgbClr val="17344F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350" b="1">
                <a:solidFill>
                  <a:srgbClr val="17344F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350" b="1">
                <a:solidFill>
                  <a:srgbClr val="17344F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350" b="1">
                <a:solidFill>
                  <a:srgbClr val="17344F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350" b="1">
                <a:solidFill>
                  <a:srgbClr val="17344F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350" b="1">
                <a:solidFill>
                  <a:srgbClr val="17344F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350" b="1">
                <a:solidFill>
                  <a:srgbClr val="17344F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350" b="1">
                <a:solidFill>
                  <a:srgbClr val="17344F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350" b="1">
                <a:solidFill>
                  <a:srgbClr val="17344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350" b="1">
                <a:solidFill>
                  <a:srgbClr val="17344F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17344F"/>
                </a:solidFill>
                <a:latin typeface="PingFang SC"/>
                <a:ea typeface="PingFang SC"/>
                <a:cs typeface="PingFang SC"/>
              </a:rPr>
              <a:t>风险评估</a:t>
            </a:r>
          </a:p>
        </p:txBody>
      </p:sp>
      <p:sp>
        <p:nvSpPr>
          <p:cNvPr id="23" name="step-output-2">
            <a:extLst xmlns:a="http://schemas.openxmlformats.org/drawingml/2006/main">
              <a:ext uri="{FF2B5EF4-FFF2-40B4-BE49-F238E27FC236}">
                <a16:creationId xmlns:a16="http://schemas.microsoft.com/office/drawing/2014/main" id="{9EF16381-01B4-42E3-AF3D-817722530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4953000"/>
            <a:ext cx="26098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17344F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350" b="0">
                <a:solidFill>
                  <a:srgbClr val="17344F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350" b="0">
                <a:solidFill>
                  <a:srgbClr val="17344F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350" b="0">
                <a:solidFill>
                  <a:srgbClr val="17344F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350" b="0">
                <a:solidFill>
                  <a:srgbClr val="17344F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350" b="0">
                <a:solidFill>
                  <a:srgbClr val="17344F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350" b="0">
                <a:solidFill>
                  <a:srgbClr val="17344F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350" b="0">
                <a:solidFill>
                  <a:srgbClr val="17344F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350" b="0">
                <a:solidFill>
                  <a:srgbClr val="17344F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350" b="0">
                <a:solidFill>
                  <a:srgbClr val="17344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17344F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17344F"/>
                </a:solidFill>
                <a:latin typeface="PingFang SC"/>
                <a:ea typeface="PingFang SC"/>
                <a:cs typeface="PingFang SC"/>
              </a:rPr>
              <a:t>优化前：〔X〕分钟 / 条</a:t>
            </a:r>
          </a:p>
          <a:p xmlns:a="http://schemas.openxmlformats.org/drawingml/2006/main">
            <a:pPr algn="l">
              <a:defRPr sz="1350" b="0">
                <a:solidFill>
                  <a:srgbClr val="17344F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17344F"/>
                </a:solidFill>
                <a:latin typeface="PingFang SC"/>
                <a:ea typeface="PingFang SC"/>
                <a:cs typeface="PingFang SC"/>
              </a:rPr>
              <a:t>优化后：〔Y〕分钟 / 条</a:t>
            </a:r>
          </a:p>
          <a:p xmlns:a="http://schemas.openxmlformats.org/drawingml/2006/main">
            <a:pPr algn="l">
              <a:defRPr sz="1350" b="0">
                <a:solidFill>
                  <a:srgbClr val="17344F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17344F"/>
                </a:solidFill>
                <a:latin typeface="PingFang SC"/>
                <a:ea typeface="PingFang SC"/>
                <a:cs typeface="PingFang SC"/>
              </a:rPr>
              <a:t>耗时下降：〔百分比〕</a:t>
            </a:r>
          </a:p>
        </p:txBody>
      </p:sp>
      <p:sp>
        <p:nvSpPr>
          <p:cNvPr id="24" name="step-number-3">
            <a:extLst xmlns:a="http://schemas.openxmlformats.org/drawingml/2006/main">
              <a:ext uri="{FF2B5EF4-FFF2-40B4-BE49-F238E27FC236}">
                <a16:creationId xmlns:a16="http://schemas.microsoft.com/office/drawing/2014/main" id="{E512C710-A238-4C53-839D-0BE3A726A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4552950"/>
            <a:ext cx="266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1">
                <a:solidFill>
                  <a:srgbClr val="17344F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500" b="1">
                <a:solidFill>
                  <a:srgbClr val="17344F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500" b="1">
                <a:solidFill>
                  <a:srgbClr val="17344F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500" b="1">
                <a:solidFill>
                  <a:srgbClr val="17344F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500" b="1">
                <a:solidFill>
                  <a:srgbClr val="17344F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500" b="1">
                <a:solidFill>
                  <a:srgbClr val="17344F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500" b="1">
                <a:solidFill>
                  <a:srgbClr val="17344F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500" b="1">
                <a:solidFill>
                  <a:srgbClr val="17344F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500" b="1">
                <a:solidFill>
                  <a:srgbClr val="17344F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500" b="1">
                <a:solidFill>
                  <a:srgbClr val="17344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17344F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17344F"/>
                </a:solidFill>
                <a:latin typeface="PingFang SC"/>
                <a:ea typeface="PingFang SC"/>
                <a:cs typeface="PingFang SC"/>
              </a:rPr>
              <a:t>时序图</a:t>
            </a:r>
          </a:p>
        </p:txBody>
      </p:sp>
      <p:sp>
        <p:nvSpPr>
          <p:cNvPr id="25" name="process-step-3">
            <a:extLst xmlns:a="http://schemas.openxmlformats.org/drawingml/2006/main">
              <a:ext uri="{FF2B5EF4-FFF2-40B4-BE49-F238E27FC236}">
                <a16:creationId xmlns:a16="http://schemas.microsoft.com/office/drawing/2014/main" id="{453AD9FB-EF7E-4BBC-9E72-ED2D1384C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6460" y="1990725"/>
            <a:ext cx="8191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4F9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350" b="1">
                <a:solidFill>
                  <a:srgbClr val="17344F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350" b="1">
                <a:solidFill>
                  <a:srgbClr val="17344F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350" b="1">
                <a:solidFill>
                  <a:srgbClr val="17344F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350" b="1">
                <a:solidFill>
                  <a:srgbClr val="17344F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350" b="1">
                <a:solidFill>
                  <a:srgbClr val="17344F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350" b="1">
                <a:solidFill>
                  <a:srgbClr val="17344F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350" b="1">
                <a:solidFill>
                  <a:srgbClr val="17344F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350" b="1">
                <a:solidFill>
                  <a:srgbClr val="17344F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350" b="1">
                <a:solidFill>
                  <a:srgbClr val="17344F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350" b="1">
                <a:solidFill>
                  <a:srgbClr val="17344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350" b="1">
                <a:solidFill>
                  <a:srgbClr val="17344F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17344F"/>
                </a:solidFill>
                <a:latin typeface="PingFang SC"/>
                <a:ea typeface="PingFang SC"/>
                <a:cs typeface="PingFang SC"/>
              </a:rPr>
              <a:t>分派修复</a:t>
            </a:r>
          </a:p>
        </p:txBody>
      </p:sp>
      <p:sp>
        <p:nvSpPr>
          <p:cNvPr id="26" name="step-output-3">
            <a:extLst xmlns:a="http://schemas.openxmlformats.org/drawingml/2006/main">
              <a:ext uri="{FF2B5EF4-FFF2-40B4-BE49-F238E27FC236}">
                <a16:creationId xmlns:a16="http://schemas.microsoft.com/office/drawing/2014/main" id="{575B853F-8F86-46EF-804C-32F50ADD5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5886450"/>
            <a:ext cx="26098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65788A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200" b="0">
                <a:solidFill>
                  <a:srgbClr val="65788A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200" b="0">
                <a:solidFill>
                  <a:srgbClr val="65788A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200" b="0">
                <a:solidFill>
                  <a:srgbClr val="65788A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200" b="0">
                <a:solidFill>
                  <a:srgbClr val="65788A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200" b="0">
                <a:solidFill>
                  <a:srgbClr val="65788A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200" b="0">
                <a:solidFill>
                  <a:srgbClr val="65788A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200" b="0">
                <a:solidFill>
                  <a:srgbClr val="65788A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200" b="0">
                <a:solidFill>
                  <a:srgbClr val="65788A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200" b="0">
                <a:solidFill>
                  <a:srgbClr val="65788A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65788A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65788A"/>
                </a:solidFill>
                <a:latin typeface="PingFang SC"/>
                <a:ea typeface="PingFang SC"/>
                <a:cs typeface="PingFang SC"/>
              </a:rPr>
              <a:t>计算：(X−Y) / X × 100%</a:t>
            </a:r>
          </a:p>
        </p:txBody>
      </p:sp>
      <p:sp>
        <p:nvSpPr>
          <p:cNvPr id="27" name="step-number-4">
            <a:extLst xmlns:a="http://schemas.openxmlformats.org/drawingml/2006/main">
              <a:ext uri="{FF2B5EF4-FFF2-40B4-BE49-F238E27FC236}">
                <a16:creationId xmlns:a16="http://schemas.microsoft.com/office/drawing/2014/main" id="{0B765265-C873-406D-B3F2-EDFDE0077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1609725"/>
            <a:ext cx="2609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17344F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650" b="1">
                <a:solidFill>
                  <a:srgbClr val="17344F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650" b="1">
                <a:solidFill>
                  <a:srgbClr val="17344F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650" b="1">
                <a:solidFill>
                  <a:srgbClr val="17344F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650" b="1">
                <a:solidFill>
                  <a:srgbClr val="17344F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650" b="1">
                <a:solidFill>
                  <a:srgbClr val="17344F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650" b="1">
                <a:solidFill>
                  <a:srgbClr val="17344F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650" b="1">
                <a:solidFill>
                  <a:srgbClr val="17344F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650" b="1">
                <a:solidFill>
                  <a:srgbClr val="17344F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650" b="1">
                <a:solidFill>
                  <a:srgbClr val="17344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17344F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17344F"/>
                </a:solidFill>
                <a:latin typeface="PingFang SC"/>
                <a:ea typeface="PingFang SC"/>
                <a:cs typeface="PingFang SC"/>
              </a:rPr>
              <a:t>代码量与模块</a:t>
            </a:r>
          </a:p>
        </p:txBody>
      </p:sp>
      <p:sp>
        <p:nvSpPr>
          <p:cNvPr id="28" name="process-step-4">
            <a:extLst xmlns:a="http://schemas.openxmlformats.org/drawingml/2006/main">
              <a:ext uri="{FF2B5EF4-FFF2-40B4-BE49-F238E27FC236}">
                <a16:creationId xmlns:a16="http://schemas.microsoft.com/office/drawing/2014/main" id="{632BCB0B-0562-4732-A77E-EB82B010B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5630" y="1990725"/>
            <a:ext cx="8191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4F9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350" b="1">
                <a:solidFill>
                  <a:srgbClr val="17344F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350" b="1">
                <a:solidFill>
                  <a:srgbClr val="17344F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350" b="1">
                <a:solidFill>
                  <a:srgbClr val="17344F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350" b="1">
                <a:solidFill>
                  <a:srgbClr val="17344F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350" b="1">
                <a:solidFill>
                  <a:srgbClr val="17344F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350" b="1">
                <a:solidFill>
                  <a:srgbClr val="17344F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350" b="1">
                <a:solidFill>
                  <a:srgbClr val="17344F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350" b="1">
                <a:solidFill>
                  <a:srgbClr val="17344F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350" b="1">
                <a:solidFill>
                  <a:srgbClr val="17344F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350" b="1">
                <a:solidFill>
                  <a:srgbClr val="17344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350" b="1">
                <a:solidFill>
                  <a:srgbClr val="17344F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17344F"/>
                </a:solidFill>
                <a:latin typeface="PingFang SC"/>
                <a:ea typeface="PingFang SC"/>
                <a:cs typeface="PingFang SC"/>
              </a:rPr>
              <a:t>复测验证</a:t>
            </a:r>
          </a:p>
        </p:txBody>
      </p:sp>
      <p:sp>
        <p:nvSpPr>
          <p:cNvPr id="29" name="step-output-4">
            <a:extLst xmlns:a="http://schemas.openxmlformats.org/drawingml/2006/main">
              <a:ext uri="{FF2B5EF4-FFF2-40B4-BE49-F238E27FC236}">
                <a16:creationId xmlns:a16="http://schemas.microsoft.com/office/drawing/2014/main" id="{D5E41092-EBF5-4754-B65A-B1D7F352E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6124575"/>
            <a:ext cx="26098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65788A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200" b="0">
                <a:solidFill>
                  <a:srgbClr val="65788A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200" b="0">
                <a:solidFill>
                  <a:srgbClr val="65788A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200" b="0">
                <a:solidFill>
                  <a:srgbClr val="65788A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200" b="0">
                <a:solidFill>
                  <a:srgbClr val="65788A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200" b="0">
                <a:solidFill>
                  <a:srgbClr val="65788A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200" b="0">
                <a:solidFill>
                  <a:srgbClr val="65788A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200" b="0">
                <a:solidFill>
                  <a:srgbClr val="65788A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200" b="0">
                <a:solidFill>
                  <a:srgbClr val="65788A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200" b="0">
                <a:solidFill>
                  <a:srgbClr val="65788A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65788A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65788A"/>
                </a:solidFill>
                <a:latin typeface="PingFang SC"/>
                <a:ea typeface="PingFang SC"/>
                <a:cs typeface="PingFang SC"/>
              </a:rPr>
              <a:t>同口径样本数：〔N〕条</a:t>
            </a:r>
          </a:p>
        </p:txBody>
      </p:sp>
      <p:sp>
        <p:nvSpPr>
          <p:cNvPr id="30" name="step-number-5">
            <a:extLst xmlns:a="http://schemas.openxmlformats.org/drawingml/2006/main">
              <a:ext uri="{FF2B5EF4-FFF2-40B4-BE49-F238E27FC236}">
                <a16:creationId xmlns:a16="http://schemas.microsoft.com/office/drawing/2014/main" id="{8CC44937-3F39-41C4-BE42-491CE136E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2876550"/>
            <a:ext cx="2609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17344F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650" b="1">
                <a:solidFill>
                  <a:srgbClr val="17344F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650" b="1">
                <a:solidFill>
                  <a:srgbClr val="17344F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650" b="1">
                <a:solidFill>
                  <a:srgbClr val="17344F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650" b="1">
                <a:solidFill>
                  <a:srgbClr val="17344F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650" b="1">
                <a:solidFill>
                  <a:srgbClr val="17344F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650" b="1">
                <a:solidFill>
                  <a:srgbClr val="17344F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650" b="1">
                <a:solidFill>
                  <a:srgbClr val="17344F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650" b="1">
                <a:solidFill>
                  <a:srgbClr val="17344F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650" b="1">
                <a:solidFill>
                  <a:srgbClr val="17344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17344F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17344F"/>
                </a:solidFill>
                <a:latin typeface="PingFang SC"/>
                <a:ea typeface="PingFang SC"/>
                <a:cs typeface="PingFang SC"/>
              </a:rPr>
              <a:t>网页展示</a:t>
            </a:r>
          </a:p>
        </p:txBody>
      </p:sp>
      <p:sp>
        <p:nvSpPr>
          <p:cNvPr id="31" name="process-step-5">
            <a:extLst xmlns:a="http://schemas.openxmlformats.org/drawingml/2006/main">
              <a:ext uri="{FF2B5EF4-FFF2-40B4-BE49-F238E27FC236}">
                <a16:creationId xmlns:a16="http://schemas.microsoft.com/office/drawing/2014/main" id="{5383FECF-F902-42CF-85C6-AFE19D8A8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1990725"/>
            <a:ext cx="8191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4F9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350" b="1">
                <a:solidFill>
                  <a:srgbClr val="17344F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350" b="1">
                <a:solidFill>
                  <a:srgbClr val="17344F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350" b="1">
                <a:solidFill>
                  <a:srgbClr val="17344F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350" b="1">
                <a:solidFill>
                  <a:srgbClr val="17344F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350" b="1">
                <a:solidFill>
                  <a:srgbClr val="17344F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350" b="1">
                <a:solidFill>
                  <a:srgbClr val="17344F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350" b="1">
                <a:solidFill>
                  <a:srgbClr val="17344F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350" b="1">
                <a:solidFill>
                  <a:srgbClr val="17344F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350" b="1">
                <a:solidFill>
                  <a:srgbClr val="17344F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350" b="1">
                <a:solidFill>
                  <a:srgbClr val="17344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350" b="1">
                <a:solidFill>
                  <a:srgbClr val="17344F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17344F"/>
                </a:solidFill>
                <a:latin typeface="PingFang SC"/>
                <a:ea typeface="PingFang SC"/>
                <a:cs typeface="PingFang SC"/>
              </a:rPr>
              <a:t>关闭复盘</a:t>
            </a:r>
          </a:p>
        </p:txBody>
      </p:sp>
      <p:sp>
        <p:nvSpPr>
          <p:cNvPr id="32" name="step-output-5">
            <a:extLst xmlns:a="http://schemas.openxmlformats.org/drawingml/2006/main">
              <a:ext uri="{FF2B5EF4-FFF2-40B4-BE49-F238E27FC236}">
                <a16:creationId xmlns:a16="http://schemas.microsoft.com/office/drawing/2014/main" id="{B19D5037-7732-4A89-8C47-FF4F282DF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3238500"/>
            <a:ext cx="2609850" cy="1038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A"/>
          </a:solidFill>
          <a:ln xmlns:a="http://schemas.openxmlformats.org/drawingml/2006/main" w="9525">
            <a:solidFill>
              <a:srgbClr val="DAE4EC"/>
            </a:solidFill>
            <a:prstDash val="dash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275" b="0">
                <a:solidFill>
                  <a:srgbClr val="65788A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275" b="0">
                <a:solidFill>
                  <a:srgbClr val="65788A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275" b="0">
                <a:solidFill>
                  <a:srgbClr val="65788A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275" b="0">
                <a:solidFill>
                  <a:srgbClr val="65788A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275" b="0">
                <a:solidFill>
                  <a:srgbClr val="65788A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275" b="0">
                <a:solidFill>
                  <a:srgbClr val="65788A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275" b="0">
                <a:solidFill>
                  <a:srgbClr val="65788A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275" b="0">
                <a:solidFill>
                  <a:srgbClr val="65788A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275" b="0">
                <a:solidFill>
                  <a:srgbClr val="65788A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275" b="0">
                <a:solidFill>
                  <a:srgbClr val="65788A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275" b="0">
                <a:solidFill>
                  <a:srgbClr val="65788A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65788A"/>
                </a:solidFill>
                <a:latin typeface="PingFang SC"/>
                <a:ea typeface="PingFang SC"/>
                <a:cs typeface="PingFang SC"/>
              </a:rPr>
              <a:t>〔插入系统网页截图〕</a:t>
            </a:r>
          </a:p>
          <a:p xmlns:a="http://schemas.openxmlformats.org/drawingml/2006/main">
            <a:pPr algn="ctr">
              <a:defRPr sz="1275" b="0">
                <a:solidFill>
                  <a:srgbClr val="65788A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65788A"/>
                </a:solidFill>
                <a:latin typeface="PingFang SC"/>
                <a:ea typeface="PingFang SC"/>
                <a:cs typeface="PingFang SC"/>
              </a:rPr>
              <a:t>〔标注关键页面 / 功能〕</a:t>
            </a:r>
          </a:p>
        </p:txBody>
      </p:sp>
      <p:sp>
        <p:nvSpPr>
          <p:cNvPr id="33" name="process-return-note">
            <a:extLst xmlns:a="http://schemas.openxmlformats.org/drawingml/2006/main">
              <a:ext uri="{FF2B5EF4-FFF2-40B4-BE49-F238E27FC236}">
                <a16:creationId xmlns:a16="http://schemas.microsoft.com/office/drawing/2014/main" id="{FEA2F4C3-7CA6-4085-81D5-7F0A4CFE8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466975"/>
            <a:ext cx="571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65788A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200" b="0">
                <a:solidFill>
                  <a:srgbClr val="65788A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200" b="0">
                <a:solidFill>
                  <a:srgbClr val="65788A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200" b="0">
                <a:solidFill>
                  <a:srgbClr val="65788A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200" b="0">
                <a:solidFill>
                  <a:srgbClr val="65788A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200" b="0">
                <a:solidFill>
                  <a:srgbClr val="65788A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200" b="0">
                <a:solidFill>
                  <a:srgbClr val="65788A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200" b="0">
                <a:solidFill>
                  <a:srgbClr val="65788A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200" b="0">
                <a:solidFill>
                  <a:srgbClr val="65788A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200" b="0">
                <a:solidFill>
                  <a:srgbClr val="65788A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65788A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65788A"/>
                </a:solidFill>
                <a:latin typeface="PingFang SC"/>
                <a:ea typeface="PingFang SC"/>
                <a:cs typeface="PingFang SC"/>
              </a:rPr>
              <a:t>复测未通过 → 返回修复；关闭时保留验证证据</a:t>
            </a:r>
          </a:p>
        </p:txBody>
      </p:sp>
      <p:sp>
        <p:nvSpPr>
          <p:cNvPr id="34" name="summary-heading-0">
            <a:extLst xmlns:a="http://schemas.openxmlformats.org/drawingml/2006/main">
              <a:ext uri="{FF2B5EF4-FFF2-40B4-BE49-F238E27FC236}">
                <a16:creationId xmlns:a16="http://schemas.microsoft.com/office/drawing/2014/main" id="{68F96132-926C-46C1-A4AE-43A145D4A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609725"/>
            <a:ext cx="2247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17344F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650" b="1">
                <a:solidFill>
                  <a:srgbClr val="17344F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650" b="1">
                <a:solidFill>
                  <a:srgbClr val="17344F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650" b="1">
                <a:solidFill>
                  <a:srgbClr val="17344F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650" b="1">
                <a:solidFill>
                  <a:srgbClr val="17344F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650" b="1">
                <a:solidFill>
                  <a:srgbClr val="17344F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650" b="1">
                <a:solidFill>
                  <a:srgbClr val="17344F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650" b="1">
                <a:solidFill>
                  <a:srgbClr val="17344F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650" b="1">
                <a:solidFill>
                  <a:srgbClr val="17344F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650" b="1">
                <a:solidFill>
                  <a:srgbClr val="17344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17344F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17344F"/>
                </a:solidFill>
                <a:latin typeface="PingFang SC"/>
                <a:ea typeface="PingFang SC"/>
                <a:cs typeface="PingFang SC"/>
              </a:rPr>
              <a:t>背景介绍</a:t>
            </a:r>
          </a:p>
        </p:txBody>
      </p:sp>
      <p:sp>
        <p:nvSpPr>
          <p:cNvPr id="35" name="summary-body-0">
            <a:extLst xmlns:a="http://schemas.openxmlformats.org/drawingml/2006/main">
              <a:ext uri="{FF2B5EF4-FFF2-40B4-BE49-F238E27FC236}">
                <a16:creationId xmlns:a16="http://schemas.microsoft.com/office/drawing/2014/main" id="{0D615E0D-D7BA-4B7E-A144-5FA669EBB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981200"/>
            <a:ext cx="22479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17344F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350" b="0">
                <a:solidFill>
                  <a:srgbClr val="17344F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350" b="0">
                <a:solidFill>
                  <a:srgbClr val="17344F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350" b="0">
                <a:solidFill>
                  <a:srgbClr val="17344F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350" b="0">
                <a:solidFill>
                  <a:srgbClr val="17344F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350" b="0">
                <a:solidFill>
                  <a:srgbClr val="17344F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350" b="0">
                <a:solidFill>
                  <a:srgbClr val="17344F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350" b="0">
                <a:solidFill>
                  <a:srgbClr val="17344F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350" b="0">
                <a:solidFill>
                  <a:srgbClr val="17344F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350" b="0">
                <a:solidFill>
                  <a:srgbClr val="17344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17344F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17344F"/>
                </a:solidFill>
                <a:latin typeface="PingFang SC"/>
                <a:ea typeface="PingFang SC"/>
                <a:cs typeface="PingFang SC"/>
              </a:rPr>
              <a:t>应用场景：〔填写场景〕</a:t>
            </a:r>
          </a:p>
          <a:p xmlns:a="http://schemas.openxmlformats.org/drawingml/2006/main">
            <a:pPr algn="l">
              <a:defRPr sz="1350" b="0">
                <a:solidFill>
                  <a:srgbClr val="17344F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17344F"/>
                </a:solidFill>
                <a:latin typeface="PingFang SC"/>
                <a:ea typeface="PingFang SC"/>
                <a:cs typeface="PingFang SC"/>
              </a:rPr>
              <a:t>现有流程：〔填写现状〕</a:t>
            </a:r>
          </a:p>
          <a:p xmlns:a="http://schemas.openxmlformats.org/drawingml/2006/main">
            <a:pPr algn="l">
              <a:defRPr sz="1350" b="0">
                <a:solidFill>
                  <a:srgbClr val="17344F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17344F"/>
                </a:solidFill>
                <a:latin typeface="PingFang SC"/>
                <a:ea typeface="PingFang SC"/>
                <a:cs typeface="PingFang SC"/>
              </a:rPr>
              <a:t>研究目标：〔填写目标〕</a:t>
            </a:r>
          </a:p>
        </p:txBody>
      </p:sp>
      <p:sp>
        <p:nvSpPr>
          <p:cNvPr id="36" name="summary-heading-1">
            <a:extLst xmlns:a="http://schemas.openxmlformats.org/drawingml/2006/main">
              <a:ext uri="{FF2B5EF4-FFF2-40B4-BE49-F238E27FC236}">
                <a16:creationId xmlns:a16="http://schemas.microsoft.com/office/drawing/2014/main" id="{B885C644-DF04-4126-A0F9-03DCBA817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943225"/>
            <a:ext cx="2247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17344F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650" b="1">
                <a:solidFill>
                  <a:srgbClr val="17344F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650" b="1">
                <a:solidFill>
                  <a:srgbClr val="17344F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650" b="1">
                <a:solidFill>
                  <a:srgbClr val="17344F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650" b="1">
                <a:solidFill>
                  <a:srgbClr val="17344F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650" b="1">
                <a:solidFill>
                  <a:srgbClr val="17344F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650" b="1">
                <a:solidFill>
                  <a:srgbClr val="17344F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650" b="1">
                <a:solidFill>
                  <a:srgbClr val="17344F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650" b="1">
                <a:solidFill>
                  <a:srgbClr val="17344F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650" b="1">
                <a:solidFill>
                  <a:srgbClr val="17344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17344F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17344F"/>
                </a:solidFill>
                <a:latin typeface="PingFang SC"/>
                <a:ea typeface="PingFang SC"/>
                <a:cs typeface="PingFang SC"/>
              </a:rPr>
              <a:t>问题描述</a:t>
            </a:r>
          </a:p>
        </p:txBody>
      </p:sp>
      <p:sp>
        <p:nvSpPr>
          <p:cNvPr id="37" name="summary-body-1">
            <a:extLst xmlns:a="http://schemas.openxmlformats.org/drawingml/2006/main">
              <a:ext uri="{FF2B5EF4-FFF2-40B4-BE49-F238E27FC236}">
                <a16:creationId xmlns:a16="http://schemas.microsoft.com/office/drawing/2014/main" id="{956D54D6-1A91-4295-A745-41627B06A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3314700"/>
            <a:ext cx="22479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17344F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350" b="0">
                <a:solidFill>
                  <a:srgbClr val="17344F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350" b="0">
                <a:solidFill>
                  <a:srgbClr val="17344F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350" b="0">
                <a:solidFill>
                  <a:srgbClr val="17344F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350" b="0">
                <a:solidFill>
                  <a:srgbClr val="17344F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350" b="0">
                <a:solidFill>
                  <a:srgbClr val="17344F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350" b="0">
                <a:solidFill>
                  <a:srgbClr val="17344F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350" b="0">
                <a:solidFill>
                  <a:srgbClr val="17344F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350" b="0">
                <a:solidFill>
                  <a:srgbClr val="17344F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350" b="0">
                <a:solidFill>
                  <a:srgbClr val="17344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17344F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17344F"/>
                </a:solidFill>
                <a:latin typeface="PingFang SC"/>
                <a:ea typeface="PingFang SC"/>
                <a:cs typeface="PingFang SC"/>
              </a:rPr>
              <a:t>核心痛点：〔填写问题〕</a:t>
            </a:r>
          </a:p>
          <a:p xmlns:a="http://schemas.openxmlformats.org/drawingml/2006/main">
            <a:pPr algn="l">
              <a:defRPr sz="1350" b="0">
                <a:solidFill>
                  <a:srgbClr val="17344F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17344F"/>
                </a:solidFill>
                <a:latin typeface="PingFang SC"/>
                <a:ea typeface="PingFang SC"/>
                <a:cs typeface="PingFang SC"/>
              </a:rPr>
              <a:t>业务影响：〔填写影响〕</a:t>
            </a:r>
          </a:p>
          <a:p xmlns:a="http://schemas.openxmlformats.org/drawingml/2006/main">
            <a:pPr algn="l">
              <a:defRPr sz="1350" b="0">
                <a:solidFill>
                  <a:srgbClr val="17344F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17344F"/>
                </a:solidFill>
                <a:latin typeface="PingFang SC"/>
                <a:ea typeface="PingFang SC"/>
                <a:cs typeface="PingFang SC"/>
              </a:rPr>
              <a:t>现有不足：〔填写不足〕</a:t>
            </a:r>
          </a:p>
        </p:txBody>
      </p:sp>
      <p:sp>
        <p:nvSpPr>
          <p:cNvPr id="38" name="summary-heading-2">
            <a:extLst xmlns:a="http://schemas.openxmlformats.org/drawingml/2006/main">
              <a:ext uri="{FF2B5EF4-FFF2-40B4-BE49-F238E27FC236}">
                <a16:creationId xmlns:a16="http://schemas.microsoft.com/office/drawing/2014/main" id="{4C90AF1F-0E0E-4ACE-A215-EC47CF938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4371975"/>
            <a:ext cx="2247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17344F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650" b="1">
                <a:solidFill>
                  <a:srgbClr val="17344F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650" b="1">
                <a:solidFill>
                  <a:srgbClr val="17344F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650" b="1">
                <a:solidFill>
                  <a:srgbClr val="17344F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650" b="1">
                <a:solidFill>
                  <a:srgbClr val="17344F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650" b="1">
                <a:solidFill>
                  <a:srgbClr val="17344F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650" b="1">
                <a:solidFill>
                  <a:srgbClr val="17344F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650" b="1">
                <a:solidFill>
                  <a:srgbClr val="17344F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650" b="1">
                <a:solidFill>
                  <a:srgbClr val="17344F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650" b="1">
                <a:solidFill>
                  <a:srgbClr val="17344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17344F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17344F"/>
                </a:solidFill>
                <a:latin typeface="PingFang SC"/>
                <a:ea typeface="PingFang SC"/>
                <a:cs typeface="PingFang SC"/>
              </a:rPr>
              <a:t>关键挑战</a:t>
            </a:r>
          </a:p>
        </p:txBody>
      </p:sp>
      <p:sp>
        <p:nvSpPr>
          <p:cNvPr id="39" name="summary-body-2">
            <a:extLst xmlns:a="http://schemas.openxmlformats.org/drawingml/2006/main">
              <a:ext uri="{FF2B5EF4-FFF2-40B4-BE49-F238E27FC236}">
                <a16:creationId xmlns:a16="http://schemas.microsoft.com/office/drawing/2014/main" id="{81D598A9-D299-45F1-A05F-4BF68285F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4743450"/>
            <a:ext cx="22479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17344F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350" b="0">
                <a:solidFill>
                  <a:srgbClr val="17344F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350" b="0">
                <a:solidFill>
                  <a:srgbClr val="17344F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350" b="0">
                <a:solidFill>
                  <a:srgbClr val="17344F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350" b="0">
                <a:solidFill>
                  <a:srgbClr val="17344F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350" b="0">
                <a:solidFill>
                  <a:srgbClr val="17344F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350" b="0">
                <a:solidFill>
                  <a:srgbClr val="17344F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350" b="0">
                <a:solidFill>
                  <a:srgbClr val="17344F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350" b="0">
                <a:solidFill>
                  <a:srgbClr val="17344F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350" b="0">
                <a:solidFill>
                  <a:srgbClr val="17344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17344F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17344F"/>
                </a:solidFill>
                <a:latin typeface="PingFang SC"/>
                <a:ea typeface="PingFang SC"/>
                <a:cs typeface="PingFang SC"/>
              </a:rPr>
              <a:t>数据：〔接入 / 去重〕</a:t>
            </a:r>
          </a:p>
          <a:p xmlns:a="http://schemas.openxmlformats.org/drawingml/2006/main">
            <a:pPr algn="l">
              <a:defRPr sz="1350" b="0">
                <a:solidFill>
                  <a:srgbClr val="17344F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17344F"/>
                </a:solidFill>
                <a:latin typeface="PingFang SC"/>
                <a:ea typeface="PingFang SC"/>
                <a:cs typeface="PingFang SC"/>
              </a:rPr>
              <a:t>协同：〔分级 / 分派〕</a:t>
            </a:r>
          </a:p>
          <a:p xmlns:a="http://schemas.openxmlformats.org/drawingml/2006/main">
            <a:pPr algn="l">
              <a:defRPr sz="1350" b="0">
                <a:solidFill>
                  <a:srgbClr val="17344F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17344F"/>
                </a:solidFill>
                <a:latin typeface="PingFang SC"/>
                <a:ea typeface="PingFang SC"/>
                <a:cs typeface="PingFang SC"/>
              </a:rPr>
              <a:t>验证：〔闭环 / 留痕〕</a:t>
            </a:r>
          </a:p>
          <a:p xmlns:a="http://schemas.openxmlformats.org/drawingml/2006/main">
            <a:pPr algn="l">
              <a:defRPr sz="1350" b="0">
                <a:solidFill>
                  <a:srgbClr val="17344F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17344F"/>
                </a:solidFill>
                <a:latin typeface="PingFang SC"/>
                <a:ea typeface="PingFang SC"/>
                <a:cs typeface="PingFang SC"/>
              </a:rPr>
              <a:t>集成：〔系统对接〕</a:t>
            </a:r>
          </a:p>
        </p:txBody>
      </p:sp>
      <p:sp>
        <p:nvSpPr>
          <p:cNvPr id="40" name="report-date">
            <a:extLst xmlns:a="http://schemas.openxmlformats.org/drawingml/2006/main">
              <a:ext uri="{FF2B5EF4-FFF2-40B4-BE49-F238E27FC236}">
                <a16:creationId xmlns:a16="http://schemas.microsoft.com/office/drawing/2014/main" id="{1CCBF819-9A8C-4680-AFF5-700BD005C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1114425"/>
            <a:ext cx="26098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1">
                <a:solidFill>
                  <a:srgbClr val="245F8D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800" b="1">
                <a:solidFill>
                  <a:srgbClr val="245F8D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800" b="1">
                <a:solidFill>
                  <a:srgbClr val="245F8D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800" b="1">
                <a:solidFill>
                  <a:srgbClr val="245F8D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800" b="1">
                <a:solidFill>
                  <a:srgbClr val="245F8D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800" b="1">
                <a:solidFill>
                  <a:srgbClr val="245F8D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800" b="1">
                <a:solidFill>
                  <a:srgbClr val="245F8D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800" b="1">
                <a:solidFill>
                  <a:srgbClr val="245F8D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800" b="1">
                <a:solidFill>
                  <a:srgbClr val="245F8D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800" b="1">
                <a:solidFill>
                  <a:srgbClr val="245F8D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245F8D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245F8D"/>
                </a:solidFill>
                <a:latin typeface="PingFang SC"/>
                <a:ea typeface="PingFang SC"/>
                <a:cs typeface="PingFang SC"/>
              </a:rPr>
              <a:t>成果输出 / 效果</a:t>
            </a:r>
          </a:p>
        </p:txBody>
      </p:sp>
      <p:sp>
        <p:nvSpPr>
          <p:cNvPr id="41" name="column-divider-left">
            <a:extLst xmlns:a="http://schemas.openxmlformats.org/drawingml/2006/main">
              <a:ext uri="{FF2B5EF4-FFF2-40B4-BE49-F238E27FC236}">
                <a16:creationId xmlns:a16="http://schemas.microsoft.com/office/drawing/2014/main" id="{9E9AA24F-6105-4EF4-BFBE-85A2C7299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1085850"/>
            <a:ext cx="0" cy="51816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AE4EC"/>
            </a:solidFill>
            <a:prstDash val="solid"/>
          </a:ln>
        </p:spPr>
      </p:sp>
      <p:sp>
        <p:nvSpPr>
          <p:cNvPr id="42" name="column-divider-right">
            <a:extLst xmlns:a="http://schemas.openxmlformats.org/drawingml/2006/main">
              <a:ext uri="{FF2B5EF4-FFF2-40B4-BE49-F238E27FC236}">
                <a16:creationId xmlns:a16="http://schemas.microsoft.com/office/drawing/2014/main" id="{5C977CBB-1F27-4AA9-8E10-3CF75A807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1085850"/>
            <a:ext cx="0" cy="51816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AE4EC"/>
            </a:solidFill>
            <a:prstDash val="solid"/>
          </a:ln>
        </p:spPr>
      </p:sp>
      <p:sp>
        <p:nvSpPr>
          <p:cNvPr id="43" name="architecture-display">
            <a:extLst xmlns:a="http://schemas.openxmlformats.org/drawingml/2006/main">
              <a:ext uri="{FF2B5EF4-FFF2-40B4-BE49-F238E27FC236}">
                <a16:creationId xmlns:a16="http://schemas.microsoft.com/office/drawing/2014/main" id="{2F7DD641-B8C3-4987-8712-D60D880ED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209925"/>
            <a:ext cx="5715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4F9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313" b="1">
                <a:solidFill>
                  <a:srgbClr val="17344F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313" b="1">
                <a:solidFill>
                  <a:srgbClr val="17344F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313" b="1">
                <a:solidFill>
                  <a:srgbClr val="17344F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313" b="1">
                <a:solidFill>
                  <a:srgbClr val="17344F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313" b="1">
                <a:solidFill>
                  <a:srgbClr val="17344F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313" b="1">
                <a:solidFill>
                  <a:srgbClr val="17344F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313" b="1">
                <a:solidFill>
                  <a:srgbClr val="17344F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313" b="1">
                <a:solidFill>
                  <a:srgbClr val="17344F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313" b="1">
                <a:solidFill>
                  <a:srgbClr val="17344F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313" b="1">
                <a:solidFill>
                  <a:srgbClr val="17344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313" b="1">
                <a:solidFill>
                  <a:srgbClr val="17344F"/>
                </a:solidFill>
                <a:latin typeface="PingFang SC"/>
                <a:ea typeface="PingFang SC"/>
                <a:cs typeface="PingFang SC"/>
              </a:defRPr>
            </a:pPr>
            <a:r>
              <a:rPr sz="1313" b="1">
                <a:solidFill>
                  <a:srgbClr val="17344F"/>
                </a:solidFill>
                <a:latin typeface="PingFang SC"/>
                <a:ea typeface="PingFang SC"/>
                <a:cs typeface="PingFang SC"/>
              </a:rPr>
              <a:t>展示层   资产管理 · 漏洞看板 · 工单页面</a:t>
            </a:r>
          </a:p>
        </p:txBody>
      </p:sp>
      <p:sp>
        <p:nvSpPr>
          <p:cNvPr id="44" name="architecture-service">
            <a:extLst xmlns:a="http://schemas.openxmlformats.org/drawingml/2006/main">
              <a:ext uri="{FF2B5EF4-FFF2-40B4-BE49-F238E27FC236}">
                <a16:creationId xmlns:a16="http://schemas.microsoft.com/office/drawing/2014/main" id="{D1BEED45-D996-4243-BE66-B6D7BCD4B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600450"/>
            <a:ext cx="5715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4F9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313" b="1">
                <a:solidFill>
                  <a:srgbClr val="17344F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313" b="1">
                <a:solidFill>
                  <a:srgbClr val="17344F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313" b="1">
                <a:solidFill>
                  <a:srgbClr val="17344F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313" b="1">
                <a:solidFill>
                  <a:srgbClr val="17344F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313" b="1">
                <a:solidFill>
                  <a:srgbClr val="17344F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313" b="1">
                <a:solidFill>
                  <a:srgbClr val="17344F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313" b="1">
                <a:solidFill>
                  <a:srgbClr val="17344F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313" b="1">
                <a:solidFill>
                  <a:srgbClr val="17344F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313" b="1">
                <a:solidFill>
                  <a:srgbClr val="17344F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313" b="1">
                <a:solidFill>
                  <a:srgbClr val="17344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313" b="1">
                <a:solidFill>
                  <a:srgbClr val="17344F"/>
                </a:solidFill>
                <a:latin typeface="PingFang SC"/>
                <a:ea typeface="PingFang SC"/>
                <a:cs typeface="PingFang SC"/>
              </a:defRPr>
            </a:pPr>
            <a:r>
              <a:rPr sz="1313" b="1">
                <a:solidFill>
                  <a:srgbClr val="17344F"/>
                </a:solidFill>
                <a:latin typeface="PingFang SC"/>
                <a:ea typeface="PingFang SC"/>
                <a:cs typeface="PingFang SC"/>
              </a:rPr>
              <a:t>服务层   接入归并 · 风险评估 · 处置流转</a:t>
            </a:r>
          </a:p>
        </p:txBody>
      </p:sp>
      <p:sp>
        <p:nvSpPr>
          <p:cNvPr id="45" name="architecture-data">
            <a:extLst xmlns:a="http://schemas.openxmlformats.org/drawingml/2006/main">
              <a:ext uri="{FF2B5EF4-FFF2-40B4-BE49-F238E27FC236}">
                <a16:creationId xmlns:a16="http://schemas.microsoft.com/office/drawing/2014/main" id="{94859B7A-6118-4B7F-8A8B-23FE4EC14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990975"/>
            <a:ext cx="5715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4F9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313" b="1">
                <a:solidFill>
                  <a:srgbClr val="17344F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313" b="1">
                <a:solidFill>
                  <a:srgbClr val="17344F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313" b="1">
                <a:solidFill>
                  <a:srgbClr val="17344F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313" b="1">
                <a:solidFill>
                  <a:srgbClr val="17344F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313" b="1">
                <a:solidFill>
                  <a:srgbClr val="17344F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313" b="1">
                <a:solidFill>
                  <a:srgbClr val="17344F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313" b="1">
                <a:solidFill>
                  <a:srgbClr val="17344F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313" b="1">
                <a:solidFill>
                  <a:srgbClr val="17344F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313" b="1">
                <a:solidFill>
                  <a:srgbClr val="17344F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313" b="1">
                <a:solidFill>
                  <a:srgbClr val="17344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313" b="1">
                <a:solidFill>
                  <a:srgbClr val="17344F"/>
                </a:solidFill>
                <a:latin typeface="PingFang SC"/>
                <a:ea typeface="PingFang SC"/>
                <a:cs typeface="PingFang SC"/>
              </a:defRPr>
            </a:pPr>
            <a:r>
              <a:rPr sz="1313" b="1">
                <a:solidFill>
                  <a:srgbClr val="17344F"/>
                </a:solidFill>
                <a:latin typeface="PingFang SC"/>
                <a:ea typeface="PingFang SC"/>
                <a:cs typeface="PingFang SC"/>
              </a:rPr>
              <a:t>数据层   资产 · 漏洞 · 工单 · 审计记录</a:t>
            </a:r>
          </a:p>
        </p:txBody>
      </p:sp>
      <p:sp>
        <p:nvSpPr>
          <p:cNvPr id="46" name="uml-vulnerability-box">
            <a:extLst xmlns:a="http://schemas.openxmlformats.org/drawingml/2006/main">
              <a:ext uri="{FF2B5EF4-FFF2-40B4-BE49-F238E27FC236}">
                <a16:creationId xmlns:a16="http://schemas.microsoft.com/office/drawing/2014/main" id="{47B588A9-CEC1-43B7-A84D-763F16588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4933950"/>
            <a:ext cx="1162050" cy="1171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5B9CA"/>
            </a:solidFill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350" b="1">
                <a:solidFill>
                  <a:srgbClr val="17344F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350" b="1">
                <a:solidFill>
                  <a:srgbClr val="17344F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350" b="1">
                <a:solidFill>
                  <a:srgbClr val="17344F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350" b="1">
                <a:solidFill>
                  <a:srgbClr val="17344F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350" b="1">
                <a:solidFill>
                  <a:srgbClr val="17344F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350" b="1">
                <a:solidFill>
                  <a:srgbClr val="17344F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350" b="1">
                <a:solidFill>
                  <a:srgbClr val="17344F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350" b="1">
                <a:solidFill>
                  <a:srgbClr val="17344F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350" b="1">
                <a:solidFill>
                  <a:srgbClr val="17344F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350" b="1">
                <a:solidFill>
                  <a:srgbClr val="17344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47" name="uml-ticket-box">
            <a:extLst xmlns:a="http://schemas.openxmlformats.org/drawingml/2006/main">
              <a:ext uri="{FF2B5EF4-FFF2-40B4-BE49-F238E27FC236}">
                <a16:creationId xmlns:a16="http://schemas.microsoft.com/office/drawing/2014/main" id="{A231F478-65C2-4C19-8798-99726D7BC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4933950"/>
            <a:ext cx="1162050" cy="1171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5B9CA"/>
            </a:solidFill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350" b="1">
                <a:solidFill>
                  <a:srgbClr val="17344F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350" b="1">
                <a:solidFill>
                  <a:srgbClr val="17344F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350" b="1">
                <a:solidFill>
                  <a:srgbClr val="17344F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350" b="1">
                <a:solidFill>
                  <a:srgbClr val="17344F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350" b="1">
                <a:solidFill>
                  <a:srgbClr val="17344F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350" b="1">
                <a:solidFill>
                  <a:srgbClr val="17344F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350" b="1">
                <a:solidFill>
                  <a:srgbClr val="17344F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350" b="1">
                <a:solidFill>
                  <a:srgbClr val="17344F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350" b="1">
                <a:solidFill>
                  <a:srgbClr val="17344F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350" b="1">
                <a:solidFill>
                  <a:srgbClr val="17344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48" name="uml-vulnerability-title">
            <a:extLst xmlns:a="http://schemas.openxmlformats.org/drawingml/2006/main">
              <a:ext uri="{FF2B5EF4-FFF2-40B4-BE49-F238E27FC236}">
                <a16:creationId xmlns:a16="http://schemas.microsoft.com/office/drawing/2014/main" id="{FF978E55-DD5F-49B1-9801-E1BE4BEF5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4981575"/>
            <a:ext cx="10096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350" b="1">
                <a:solidFill>
                  <a:srgbClr val="17344F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350" b="1">
                <a:solidFill>
                  <a:srgbClr val="17344F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350" b="1">
                <a:solidFill>
                  <a:srgbClr val="17344F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350" b="1">
                <a:solidFill>
                  <a:srgbClr val="17344F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350" b="1">
                <a:solidFill>
                  <a:srgbClr val="17344F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350" b="1">
                <a:solidFill>
                  <a:srgbClr val="17344F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350" b="1">
                <a:solidFill>
                  <a:srgbClr val="17344F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350" b="1">
                <a:solidFill>
                  <a:srgbClr val="17344F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350" b="1">
                <a:solidFill>
                  <a:srgbClr val="17344F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350" b="1">
                <a:solidFill>
                  <a:srgbClr val="17344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350" b="1">
                <a:solidFill>
                  <a:srgbClr val="17344F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17344F"/>
                </a:solidFill>
                <a:latin typeface="PingFang SC"/>
                <a:ea typeface="PingFang SC"/>
                <a:cs typeface="PingFang SC"/>
              </a:rPr>
              <a:t>漏洞</a:t>
            </a:r>
          </a:p>
        </p:txBody>
      </p:sp>
      <p:sp>
        <p:nvSpPr>
          <p:cNvPr id="49" name="uml-ticket-title">
            <a:extLst xmlns:a="http://schemas.openxmlformats.org/drawingml/2006/main">
              <a:ext uri="{FF2B5EF4-FFF2-40B4-BE49-F238E27FC236}">
                <a16:creationId xmlns:a16="http://schemas.microsoft.com/office/drawing/2014/main" id="{4A6BD4AA-5624-4BC6-9C49-73E9851F9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4981575"/>
            <a:ext cx="10096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350" b="1">
                <a:solidFill>
                  <a:srgbClr val="17344F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350" b="1">
                <a:solidFill>
                  <a:srgbClr val="17344F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350" b="1">
                <a:solidFill>
                  <a:srgbClr val="17344F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350" b="1">
                <a:solidFill>
                  <a:srgbClr val="17344F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350" b="1">
                <a:solidFill>
                  <a:srgbClr val="17344F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350" b="1">
                <a:solidFill>
                  <a:srgbClr val="17344F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350" b="1">
                <a:solidFill>
                  <a:srgbClr val="17344F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350" b="1">
                <a:solidFill>
                  <a:srgbClr val="17344F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350" b="1">
                <a:solidFill>
                  <a:srgbClr val="17344F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350" b="1">
                <a:solidFill>
                  <a:srgbClr val="17344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350" b="1">
                <a:solidFill>
                  <a:srgbClr val="17344F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17344F"/>
                </a:solidFill>
                <a:latin typeface="PingFang SC"/>
                <a:ea typeface="PingFang SC"/>
                <a:cs typeface="PingFang SC"/>
              </a:rPr>
              <a:t>工单</a:t>
            </a:r>
          </a:p>
        </p:txBody>
      </p:sp>
      <p:sp>
        <p:nvSpPr>
          <p:cNvPr id="50" name="uml-vulnerability-rule">
            <a:extLst xmlns:a="http://schemas.openxmlformats.org/drawingml/2006/main">
              <a:ext uri="{FF2B5EF4-FFF2-40B4-BE49-F238E27FC236}">
                <a16:creationId xmlns:a16="http://schemas.microsoft.com/office/drawing/2014/main" id="{7AC2570D-3ECA-483E-930B-DBC140D5C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5267325"/>
            <a:ext cx="11620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A5B9CA"/>
            </a:solidFill>
            <a:prstDash val="solid"/>
          </a:ln>
        </p:spPr>
      </p:sp>
      <p:sp>
        <p:nvSpPr>
          <p:cNvPr id="51" name="uml-ticket-rule">
            <a:extLst xmlns:a="http://schemas.openxmlformats.org/drawingml/2006/main">
              <a:ext uri="{FF2B5EF4-FFF2-40B4-BE49-F238E27FC236}">
                <a16:creationId xmlns:a16="http://schemas.microsoft.com/office/drawing/2014/main" id="{C079FB66-C2FA-43CD-9487-12E65FB02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5267325"/>
            <a:ext cx="11620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A5B9CA"/>
            </a:solidFill>
            <a:prstDash val="solid"/>
          </a:ln>
        </p:spPr>
      </p:sp>
      <p:sp>
        <p:nvSpPr>
          <p:cNvPr id="52" name="uml-vulnerability-fields">
            <a:extLst xmlns:a="http://schemas.openxmlformats.org/drawingml/2006/main">
              <a:ext uri="{FF2B5EF4-FFF2-40B4-BE49-F238E27FC236}">
                <a16:creationId xmlns:a16="http://schemas.microsoft.com/office/drawing/2014/main" id="{3503B850-5E7F-4422-845B-0BE1541D0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5353050"/>
            <a:ext cx="93345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65788A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200" b="0">
                <a:solidFill>
                  <a:srgbClr val="65788A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200" b="0">
                <a:solidFill>
                  <a:srgbClr val="65788A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200" b="0">
                <a:solidFill>
                  <a:srgbClr val="65788A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200" b="0">
                <a:solidFill>
                  <a:srgbClr val="65788A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200" b="0">
                <a:solidFill>
                  <a:srgbClr val="65788A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200" b="0">
                <a:solidFill>
                  <a:srgbClr val="65788A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200" b="0">
                <a:solidFill>
                  <a:srgbClr val="65788A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200" b="0">
                <a:solidFill>
                  <a:srgbClr val="65788A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200" b="0">
                <a:solidFill>
                  <a:srgbClr val="65788A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65788A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65788A"/>
                </a:solidFill>
                <a:latin typeface="PingFang SC"/>
                <a:ea typeface="PingFang SC"/>
                <a:cs typeface="PingFang SC"/>
              </a:rPr>
              <a:t>编号</a:t>
            </a:r>
          </a:p>
          <a:p xmlns:a="http://schemas.openxmlformats.org/drawingml/2006/main">
            <a:pPr algn="l">
              <a:defRPr sz="1200" b="0">
                <a:solidFill>
                  <a:srgbClr val="65788A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65788A"/>
                </a:solidFill>
                <a:latin typeface="PingFang SC"/>
                <a:ea typeface="PingFang SC"/>
                <a:cs typeface="PingFang SC"/>
              </a:rPr>
              <a:t>风险等级</a:t>
            </a:r>
          </a:p>
          <a:p xmlns:a="http://schemas.openxmlformats.org/drawingml/2006/main">
            <a:pPr algn="l">
              <a:defRPr sz="1200" b="0">
                <a:solidFill>
                  <a:srgbClr val="65788A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65788A"/>
                </a:solidFill>
                <a:latin typeface="PingFang SC"/>
                <a:ea typeface="PingFang SC"/>
                <a:cs typeface="PingFang SC"/>
              </a:rPr>
              <a:t>处置状态</a:t>
            </a:r>
          </a:p>
        </p:txBody>
      </p:sp>
      <p:sp>
        <p:nvSpPr>
          <p:cNvPr id="53" name="uml-ticket-fields">
            <a:extLst xmlns:a="http://schemas.openxmlformats.org/drawingml/2006/main">
              <a:ext uri="{FF2B5EF4-FFF2-40B4-BE49-F238E27FC236}">
                <a16:creationId xmlns:a16="http://schemas.microsoft.com/office/drawing/2014/main" id="{2539F932-681A-402E-BC86-3EDE3DB6F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5353050"/>
            <a:ext cx="93345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65788A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200" b="0">
                <a:solidFill>
                  <a:srgbClr val="65788A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200" b="0">
                <a:solidFill>
                  <a:srgbClr val="65788A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200" b="0">
                <a:solidFill>
                  <a:srgbClr val="65788A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200" b="0">
                <a:solidFill>
                  <a:srgbClr val="65788A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200" b="0">
                <a:solidFill>
                  <a:srgbClr val="65788A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200" b="0">
                <a:solidFill>
                  <a:srgbClr val="65788A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200" b="0">
                <a:solidFill>
                  <a:srgbClr val="65788A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200" b="0">
                <a:solidFill>
                  <a:srgbClr val="65788A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200" b="0">
                <a:solidFill>
                  <a:srgbClr val="65788A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65788A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65788A"/>
                </a:solidFill>
                <a:latin typeface="PingFang SC"/>
                <a:ea typeface="PingFang SC"/>
                <a:cs typeface="PingFang SC"/>
              </a:rPr>
              <a:t>责任人</a:t>
            </a:r>
          </a:p>
          <a:p xmlns:a="http://schemas.openxmlformats.org/drawingml/2006/main">
            <a:pPr algn="l">
              <a:defRPr sz="1200" b="0">
                <a:solidFill>
                  <a:srgbClr val="65788A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65788A"/>
                </a:solidFill>
                <a:latin typeface="PingFang SC"/>
                <a:ea typeface="PingFang SC"/>
                <a:cs typeface="PingFang SC"/>
              </a:rPr>
              <a:t>截止时间</a:t>
            </a:r>
          </a:p>
          <a:p xmlns:a="http://schemas.openxmlformats.org/drawingml/2006/main">
            <a:pPr algn="l">
              <a:defRPr sz="1200" b="0">
                <a:solidFill>
                  <a:srgbClr val="65788A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65788A"/>
                </a:solidFill>
                <a:latin typeface="PingFang SC"/>
                <a:ea typeface="PingFang SC"/>
                <a:cs typeface="PingFang SC"/>
              </a:rPr>
              <a:t>复测结果</a:t>
            </a:r>
          </a:p>
        </p:txBody>
      </p:sp>
      <p:sp>
        <p:nvSpPr>
          <p:cNvPr id="54" name="uml-association">
            <a:extLst xmlns:a="http://schemas.openxmlformats.org/drawingml/2006/main">
              <a:ext uri="{FF2B5EF4-FFF2-40B4-BE49-F238E27FC236}">
                <a16:creationId xmlns:a16="http://schemas.microsoft.com/office/drawing/2014/main" id="{33D31F04-96E0-484D-9DE1-71A5C8A26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5524500"/>
            <a:ext cx="342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383">
            <a:solidFill>
              <a:srgbClr val="A5B9CA"/>
            </a:solidFill>
            <a:prstDash val="solid"/>
          </a:ln>
        </p:spPr>
      </p:sp>
      <p:sp>
        <p:nvSpPr>
          <p:cNvPr id="55" name="uml-multiplicity-one">
            <a:extLst xmlns:a="http://schemas.openxmlformats.org/drawingml/2006/main">
              <a:ext uri="{FF2B5EF4-FFF2-40B4-BE49-F238E27FC236}">
                <a16:creationId xmlns:a16="http://schemas.microsoft.com/office/drawing/2014/main" id="{9509DA96-F2E1-471F-A4E2-6CF8DE47B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9575" y="5324475"/>
            <a:ext cx="133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65788A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050" b="0">
                <a:solidFill>
                  <a:srgbClr val="65788A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050" b="0">
                <a:solidFill>
                  <a:srgbClr val="65788A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050" b="0">
                <a:solidFill>
                  <a:srgbClr val="65788A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050" b="0">
                <a:solidFill>
                  <a:srgbClr val="65788A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050" b="0">
                <a:solidFill>
                  <a:srgbClr val="65788A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050" b="0">
                <a:solidFill>
                  <a:srgbClr val="65788A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050" b="0">
                <a:solidFill>
                  <a:srgbClr val="65788A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050" b="0">
                <a:solidFill>
                  <a:srgbClr val="65788A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050" b="0">
                <a:solidFill>
                  <a:srgbClr val="65788A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65788A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65788A"/>
                </a:solidFill>
                <a:latin typeface="PingFang SC"/>
                <a:ea typeface="PingFang SC"/>
                <a:cs typeface="PingFang SC"/>
              </a:rPr>
              <a:t>1</a:t>
            </a:r>
          </a:p>
        </p:txBody>
      </p:sp>
      <p:sp>
        <p:nvSpPr>
          <p:cNvPr id="56" name="uml-multiplicity-many">
            <a:extLst xmlns:a="http://schemas.openxmlformats.org/drawingml/2006/main">
              <a:ext uri="{FF2B5EF4-FFF2-40B4-BE49-F238E27FC236}">
                <a16:creationId xmlns:a16="http://schemas.microsoft.com/office/drawing/2014/main" id="{4F99104B-2145-416C-9471-ADEC3FDB3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5324475"/>
            <a:ext cx="114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65788A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050" b="0">
                <a:solidFill>
                  <a:srgbClr val="65788A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050" b="0">
                <a:solidFill>
                  <a:srgbClr val="65788A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050" b="0">
                <a:solidFill>
                  <a:srgbClr val="65788A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050" b="0">
                <a:solidFill>
                  <a:srgbClr val="65788A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050" b="0">
                <a:solidFill>
                  <a:srgbClr val="65788A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050" b="0">
                <a:solidFill>
                  <a:srgbClr val="65788A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050" b="0">
                <a:solidFill>
                  <a:srgbClr val="65788A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050" b="0">
                <a:solidFill>
                  <a:srgbClr val="65788A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050" b="0">
                <a:solidFill>
                  <a:srgbClr val="65788A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65788A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65788A"/>
                </a:solidFill>
                <a:latin typeface="PingFang SC"/>
                <a:ea typeface="PingFang SC"/>
                <a:cs typeface="PingFang SC"/>
              </a:rPr>
              <a:t>*</a:t>
            </a:r>
          </a:p>
        </p:txBody>
      </p:sp>
      <p:sp>
        <p:nvSpPr>
          <p:cNvPr id="57" name="sequence-actor-0">
            <a:extLst xmlns:a="http://schemas.openxmlformats.org/drawingml/2006/main">
              <a:ext uri="{FF2B5EF4-FFF2-40B4-BE49-F238E27FC236}">
                <a16:creationId xmlns:a16="http://schemas.microsoft.com/office/drawing/2014/main" id="{47B85EE8-2C96-495B-B364-4EBEC9E34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4933950"/>
            <a:ext cx="6858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4F9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275" b="1">
                <a:solidFill>
                  <a:srgbClr val="17344F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275" b="1">
                <a:solidFill>
                  <a:srgbClr val="17344F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275" b="1">
                <a:solidFill>
                  <a:srgbClr val="17344F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275" b="1">
                <a:solidFill>
                  <a:srgbClr val="17344F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275" b="1">
                <a:solidFill>
                  <a:srgbClr val="17344F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275" b="1">
                <a:solidFill>
                  <a:srgbClr val="17344F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275" b="1">
                <a:solidFill>
                  <a:srgbClr val="17344F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275" b="1">
                <a:solidFill>
                  <a:srgbClr val="17344F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275" b="1">
                <a:solidFill>
                  <a:srgbClr val="17344F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275" b="1">
                <a:solidFill>
                  <a:srgbClr val="17344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275" b="1">
                <a:solidFill>
                  <a:srgbClr val="17344F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17344F"/>
                </a:solidFill>
                <a:latin typeface="PingFang SC"/>
                <a:ea typeface="PingFang SC"/>
                <a:cs typeface="PingFang SC"/>
              </a:rPr>
              <a:t>提交者</a:t>
            </a:r>
          </a:p>
        </p:txBody>
      </p:sp>
      <p:sp>
        <p:nvSpPr>
          <p:cNvPr id="58" name="sequence-lifeline-0">
            <a:extLst xmlns:a="http://schemas.openxmlformats.org/drawingml/2006/main">
              <a:ext uri="{FF2B5EF4-FFF2-40B4-BE49-F238E27FC236}">
                <a16:creationId xmlns:a16="http://schemas.microsoft.com/office/drawing/2014/main" id="{3B4519C2-DC05-4BD1-AF52-82675FBE0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5229225"/>
            <a:ext cx="0" cy="9144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A5B9CA"/>
            </a:solidFill>
            <a:prstDash val="dash"/>
          </a:ln>
        </p:spPr>
      </p:sp>
      <p:sp>
        <p:nvSpPr>
          <p:cNvPr id="59" name="sequence-actor-1">
            <a:extLst xmlns:a="http://schemas.openxmlformats.org/drawingml/2006/main">
              <a:ext uri="{FF2B5EF4-FFF2-40B4-BE49-F238E27FC236}">
                <a16:creationId xmlns:a16="http://schemas.microsoft.com/office/drawing/2014/main" id="{2AB7CFA8-1445-42DC-83A4-6FC5F1F48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4933950"/>
            <a:ext cx="6858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4F9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275" b="1">
                <a:solidFill>
                  <a:srgbClr val="17344F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275" b="1">
                <a:solidFill>
                  <a:srgbClr val="17344F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275" b="1">
                <a:solidFill>
                  <a:srgbClr val="17344F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275" b="1">
                <a:solidFill>
                  <a:srgbClr val="17344F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275" b="1">
                <a:solidFill>
                  <a:srgbClr val="17344F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275" b="1">
                <a:solidFill>
                  <a:srgbClr val="17344F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275" b="1">
                <a:solidFill>
                  <a:srgbClr val="17344F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275" b="1">
                <a:solidFill>
                  <a:srgbClr val="17344F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275" b="1">
                <a:solidFill>
                  <a:srgbClr val="17344F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275" b="1">
                <a:solidFill>
                  <a:srgbClr val="17344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275" b="1">
                <a:solidFill>
                  <a:srgbClr val="17344F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17344F"/>
                </a:solidFill>
                <a:latin typeface="PingFang SC"/>
                <a:ea typeface="PingFang SC"/>
                <a:cs typeface="PingFang SC"/>
              </a:rPr>
              <a:t>平台</a:t>
            </a:r>
          </a:p>
        </p:txBody>
      </p:sp>
      <p:sp>
        <p:nvSpPr>
          <p:cNvPr id="60" name="sequence-lifeline-1">
            <a:extLst xmlns:a="http://schemas.openxmlformats.org/drawingml/2006/main">
              <a:ext uri="{FF2B5EF4-FFF2-40B4-BE49-F238E27FC236}">
                <a16:creationId xmlns:a16="http://schemas.microsoft.com/office/drawing/2014/main" id="{AD319958-ADA8-47BA-AC76-3A92A17D1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5229225"/>
            <a:ext cx="0" cy="9144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A5B9CA"/>
            </a:solidFill>
            <a:prstDash val="dash"/>
          </a:ln>
        </p:spPr>
      </p:sp>
      <p:sp>
        <p:nvSpPr>
          <p:cNvPr id="61" name="sequence-actor-2">
            <a:extLst xmlns:a="http://schemas.openxmlformats.org/drawingml/2006/main">
              <a:ext uri="{FF2B5EF4-FFF2-40B4-BE49-F238E27FC236}">
                <a16:creationId xmlns:a16="http://schemas.microsoft.com/office/drawing/2014/main" id="{E5FE963A-4516-49B6-8CBB-CDC89E17A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4933950"/>
            <a:ext cx="6858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4F9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275" b="1">
                <a:solidFill>
                  <a:srgbClr val="17344F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275" b="1">
                <a:solidFill>
                  <a:srgbClr val="17344F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275" b="1">
                <a:solidFill>
                  <a:srgbClr val="17344F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275" b="1">
                <a:solidFill>
                  <a:srgbClr val="17344F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275" b="1">
                <a:solidFill>
                  <a:srgbClr val="17344F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275" b="1">
                <a:solidFill>
                  <a:srgbClr val="17344F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275" b="1">
                <a:solidFill>
                  <a:srgbClr val="17344F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275" b="1">
                <a:solidFill>
                  <a:srgbClr val="17344F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275" b="1">
                <a:solidFill>
                  <a:srgbClr val="17344F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275" b="1">
                <a:solidFill>
                  <a:srgbClr val="17344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275" b="1">
                <a:solidFill>
                  <a:srgbClr val="17344F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17344F"/>
                </a:solidFill>
                <a:latin typeface="PingFang SC"/>
                <a:ea typeface="PingFang SC"/>
                <a:cs typeface="PingFang SC"/>
              </a:rPr>
              <a:t>处理人</a:t>
            </a:r>
          </a:p>
        </p:txBody>
      </p:sp>
      <p:sp>
        <p:nvSpPr>
          <p:cNvPr id="62" name="sequence-lifeline-2">
            <a:extLst xmlns:a="http://schemas.openxmlformats.org/drawingml/2006/main">
              <a:ext uri="{FF2B5EF4-FFF2-40B4-BE49-F238E27FC236}">
                <a16:creationId xmlns:a16="http://schemas.microsoft.com/office/drawing/2014/main" id="{0F5A12C0-D979-462D-9C7D-62A1EBE28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5229225"/>
            <a:ext cx="0" cy="9144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A5B9CA"/>
            </a:solidFill>
            <a:prstDash val="dash"/>
          </a:ln>
        </p:spPr>
      </p:sp>
      <p:cxnSp>
        <p:nvCxnSpPr>
          <p:cNvPr id="63" name="sequence-report">
            <a:extLst xmlns:a="http://schemas.openxmlformats.org/drawingml/2006/main">
              <a:ext uri="{FF2B5EF4-FFF2-40B4-BE49-F238E27FC236}">
                <a16:creationId xmlns:a16="http://schemas.microsoft.com/office/drawing/2014/main" id="{61AD216F-176F-4B94-BAF1-64E6E76B76DB}"/>
              </a:ext>
            </a:extLst>
          </p:cNvPr>
          <p:cNvCxnSpPr/>
          <p:nvPr/>
        </p:nvCxnSpPr>
        <p:spPr>
          <a:xfrm xmlns:a="http://schemas.openxmlformats.org/drawingml/2006/main">
            <a:off x="6419850" y="5381625"/>
            <a:ext cx="990600" cy="0"/>
          </a:xfrm>
          <a:prstGeom xmlns:a="http://schemas.openxmlformats.org/drawingml/2006/main" prst="straightConnector1">
            <a:avLst/>
          </a:prstGeom>
          <a:ln xmlns:a="http://schemas.openxmlformats.org/drawingml/2006/main" w="12383">
            <a:solidFill>
              <a:srgbClr val="A5B9CA"/>
            </a:solidFill>
            <a:tailEnd type="triangle" w="sm" len="sm"/>
          </a:ln>
        </p:spPr>
      </p:cxnSp>
      <p:sp>
        <p:nvSpPr>
          <p:cNvPr id="64" name="sequence-report-label">
            <a:extLst xmlns:a="http://schemas.openxmlformats.org/drawingml/2006/main">
              <a:ext uri="{FF2B5EF4-FFF2-40B4-BE49-F238E27FC236}">
                <a16:creationId xmlns:a16="http://schemas.microsoft.com/office/drawing/2014/main" id="{281C3C79-25D1-4B72-994A-0D025111D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5191125"/>
            <a:ext cx="685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200" b="0">
                <a:solidFill>
                  <a:srgbClr val="65788A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200" b="0">
                <a:solidFill>
                  <a:srgbClr val="65788A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200" b="0">
                <a:solidFill>
                  <a:srgbClr val="65788A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200" b="0">
                <a:solidFill>
                  <a:srgbClr val="65788A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200" b="0">
                <a:solidFill>
                  <a:srgbClr val="65788A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200" b="0">
                <a:solidFill>
                  <a:srgbClr val="65788A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200" b="0">
                <a:solidFill>
                  <a:srgbClr val="65788A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200" b="0">
                <a:solidFill>
                  <a:srgbClr val="65788A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200" b="0">
                <a:solidFill>
                  <a:srgbClr val="65788A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200" b="0">
                <a:solidFill>
                  <a:srgbClr val="65788A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200" b="0">
                <a:solidFill>
                  <a:srgbClr val="65788A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65788A"/>
                </a:solidFill>
                <a:latin typeface="PingFang SC"/>
                <a:ea typeface="PingFang SC"/>
                <a:cs typeface="PingFang SC"/>
              </a:rPr>
              <a:t>上报</a:t>
            </a:r>
          </a:p>
        </p:txBody>
      </p:sp>
      <p:cxnSp>
        <p:nvCxnSpPr>
          <p:cNvPr id="65" name="sequence-assign">
            <a:extLst xmlns:a="http://schemas.openxmlformats.org/drawingml/2006/main">
              <a:ext uri="{FF2B5EF4-FFF2-40B4-BE49-F238E27FC236}">
                <a16:creationId xmlns:a16="http://schemas.microsoft.com/office/drawing/2014/main" id="{80336C0D-AB51-489D-8A2B-F3A634A9F2CD}"/>
              </a:ext>
            </a:extLst>
          </p:cNvPr>
          <p:cNvCxnSpPr/>
          <p:nvPr/>
        </p:nvCxnSpPr>
        <p:spPr>
          <a:xfrm xmlns:a="http://schemas.openxmlformats.org/drawingml/2006/main">
            <a:off x="7410450" y="5610225"/>
            <a:ext cx="990600" cy="0"/>
          </a:xfrm>
          <a:prstGeom xmlns:a="http://schemas.openxmlformats.org/drawingml/2006/main" prst="straightConnector1">
            <a:avLst/>
          </a:prstGeom>
          <a:ln xmlns:a="http://schemas.openxmlformats.org/drawingml/2006/main" w="12383">
            <a:solidFill>
              <a:srgbClr val="A5B9CA"/>
            </a:solidFill>
            <a:tailEnd type="triangle" w="sm" len="sm"/>
          </a:ln>
        </p:spPr>
      </p:cxnSp>
      <p:sp>
        <p:nvSpPr>
          <p:cNvPr id="66" name="sequence-assign-label">
            <a:extLst xmlns:a="http://schemas.openxmlformats.org/drawingml/2006/main">
              <a:ext uri="{FF2B5EF4-FFF2-40B4-BE49-F238E27FC236}">
                <a16:creationId xmlns:a16="http://schemas.microsoft.com/office/drawing/2014/main" id="{46FF45FB-E53D-4AD5-9433-93F0F1C6E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5419725"/>
            <a:ext cx="685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200" b="0">
                <a:solidFill>
                  <a:srgbClr val="65788A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200" b="0">
                <a:solidFill>
                  <a:srgbClr val="65788A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200" b="0">
                <a:solidFill>
                  <a:srgbClr val="65788A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200" b="0">
                <a:solidFill>
                  <a:srgbClr val="65788A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200" b="0">
                <a:solidFill>
                  <a:srgbClr val="65788A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200" b="0">
                <a:solidFill>
                  <a:srgbClr val="65788A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200" b="0">
                <a:solidFill>
                  <a:srgbClr val="65788A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200" b="0">
                <a:solidFill>
                  <a:srgbClr val="65788A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200" b="0">
                <a:solidFill>
                  <a:srgbClr val="65788A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200" b="0">
                <a:solidFill>
                  <a:srgbClr val="65788A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200" b="0">
                <a:solidFill>
                  <a:srgbClr val="65788A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65788A"/>
                </a:solidFill>
                <a:latin typeface="PingFang SC"/>
                <a:ea typeface="PingFang SC"/>
                <a:cs typeface="PingFang SC"/>
              </a:rPr>
              <a:t>分派</a:t>
            </a:r>
          </a:p>
        </p:txBody>
      </p:sp>
      <p:cxnSp>
        <p:nvCxnSpPr>
          <p:cNvPr id="67" name="sequence-result">
            <a:extLst xmlns:a="http://schemas.openxmlformats.org/drawingml/2006/main">
              <a:ext uri="{FF2B5EF4-FFF2-40B4-BE49-F238E27FC236}">
                <a16:creationId xmlns:a16="http://schemas.microsoft.com/office/drawing/2014/main" id="{6ECF9030-269D-4D37-B3B3-7BBCC23A1F71}"/>
              </a:ext>
            </a:extLst>
          </p:cNvPr>
          <p:cNvCxnSpPr/>
          <p:nvPr/>
        </p:nvCxnSpPr>
        <p:spPr>
          <a:xfrm xmlns:a="http://schemas.openxmlformats.org/drawingml/2006/main" flipH="1">
            <a:off x="7410450" y="5838825"/>
            <a:ext cx="990600" cy="0"/>
          </a:xfrm>
          <a:prstGeom xmlns:a="http://schemas.openxmlformats.org/drawingml/2006/main" prst="straightConnector1">
            <a:avLst/>
          </a:prstGeom>
          <a:ln xmlns:a="http://schemas.openxmlformats.org/drawingml/2006/main" w="12383">
            <a:solidFill>
              <a:srgbClr val="A5B9CA"/>
            </a:solidFill>
            <a:tailEnd type="triangle" w="sm" len="sm"/>
          </a:ln>
        </p:spPr>
      </p:cxnSp>
      <p:sp>
        <p:nvSpPr>
          <p:cNvPr id="68" name="sequence-result-label">
            <a:extLst xmlns:a="http://schemas.openxmlformats.org/drawingml/2006/main">
              <a:ext uri="{FF2B5EF4-FFF2-40B4-BE49-F238E27FC236}">
                <a16:creationId xmlns:a16="http://schemas.microsoft.com/office/drawing/2014/main" id="{AA64BD3A-5990-4671-A0F6-EF18149FB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5648325"/>
            <a:ext cx="685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200" b="0">
                <a:solidFill>
                  <a:srgbClr val="65788A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200" b="0">
                <a:solidFill>
                  <a:srgbClr val="65788A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200" b="0">
                <a:solidFill>
                  <a:srgbClr val="65788A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200" b="0">
                <a:solidFill>
                  <a:srgbClr val="65788A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200" b="0">
                <a:solidFill>
                  <a:srgbClr val="65788A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200" b="0">
                <a:solidFill>
                  <a:srgbClr val="65788A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200" b="0">
                <a:solidFill>
                  <a:srgbClr val="65788A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200" b="0">
                <a:solidFill>
                  <a:srgbClr val="65788A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200" b="0">
                <a:solidFill>
                  <a:srgbClr val="65788A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200" b="0">
                <a:solidFill>
                  <a:srgbClr val="65788A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200" b="0">
                <a:solidFill>
                  <a:srgbClr val="65788A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65788A"/>
                </a:solidFill>
                <a:latin typeface="PingFang SC"/>
                <a:ea typeface="PingFang SC"/>
                <a:cs typeface="PingFang SC"/>
              </a:rPr>
              <a:t>回传</a:t>
            </a:r>
          </a:p>
        </p:txBody>
      </p:sp>
      <p:cxnSp>
        <p:nvCxnSpPr>
          <p:cNvPr id="69" name="sequence-close">
            <a:extLst xmlns:a="http://schemas.openxmlformats.org/drawingml/2006/main">
              <a:ext uri="{FF2B5EF4-FFF2-40B4-BE49-F238E27FC236}">
                <a16:creationId xmlns:a16="http://schemas.microsoft.com/office/drawing/2014/main" id="{5C9DC076-3A32-4922-81DF-00279B10BFAE}"/>
              </a:ext>
            </a:extLst>
          </p:cNvPr>
          <p:cNvCxnSpPr/>
          <p:nvPr/>
        </p:nvCxnSpPr>
        <p:spPr>
          <a:xfrm xmlns:a="http://schemas.openxmlformats.org/drawingml/2006/main" flipH="1">
            <a:off x="6419850" y="6067425"/>
            <a:ext cx="990600" cy="0"/>
          </a:xfrm>
          <a:prstGeom xmlns:a="http://schemas.openxmlformats.org/drawingml/2006/main" prst="straightConnector1">
            <a:avLst/>
          </a:prstGeom>
          <a:ln xmlns:a="http://schemas.openxmlformats.org/drawingml/2006/main" w="12383">
            <a:solidFill>
              <a:srgbClr val="A5B9CA"/>
            </a:solidFill>
            <a:tailEnd type="triangle" w="sm" len="sm"/>
          </a:ln>
        </p:spPr>
      </p:cxnSp>
      <p:sp>
        <p:nvSpPr>
          <p:cNvPr id="70" name="sequence-close-label">
            <a:extLst xmlns:a="http://schemas.openxmlformats.org/drawingml/2006/main">
              <a:ext uri="{FF2B5EF4-FFF2-40B4-BE49-F238E27FC236}">
                <a16:creationId xmlns:a16="http://schemas.microsoft.com/office/drawing/2014/main" id="{915B1A07-3109-4533-BB3C-B62EADB72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5876925"/>
            <a:ext cx="685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200" b="0">
                <a:solidFill>
                  <a:srgbClr val="65788A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200" b="0">
                <a:solidFill>
                  <a:srgbClr val="65788A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200" b="0">
                <a:solidFill>
                  <a:srgbClr val="65788A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200" b="0">
                <a:solidFill>
                  <a:srgbClr val="65788A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200" b="0">
                <a:solidFill>
                  <a:srgbClr val="65788A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200" b="0">
                <a:solidFill>
                  <a:srgbClr val="65788A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200" b="0">
                <a:solidFill>
                  <a:srgbClr val="65788A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200" b="0">
                <a:solidFill>
                  <a:srgbClr val="65788A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200" b="0">
                <a:solidFill>
                  <a:srgbClr val="65788A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200" b="0">
                <a:solidFill>
                  <a:srgbClr val="65788A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200" b="0">
                <a:solidFill>
                  <a:srgbClr val="65788A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65788A"/>
                </a:solidFill>
                <a:latin typeface="PingFang SC"/>
                <a:ea typeface="PingFang SC"/>
                <a:cs typeface="PingFang SC"/>
              </a:rPr>
              <a:t>确认</a:t>
            </a:r>
          </a:p>
        </p:txBody>
      </p:sp>
    </p:spTree>
    <p:extLst>
      <p:ext uri="{BB962C8B-B14F-4D97-AF65-F5344CB8AC3E}">
        <p14:creationId xmlns:p14="http://schemas.microsoft.com/office/powerpoint/2010/main" val="18646379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AE0F075-B13B-4316-990F-ADA0E1AC78B4}"/>
              </a:ext>
            </a:extLst>
          </p:cNvPr>
          <p:cNvCxnSpPr>
            <a:stCxn xmlns:a="http://schemas.openxmlformats.org/drawingml/2006/main" id="30" idx="2"/>
            <a:endCxn xmlns:a="http://schemas.openxmlformats.org/drawingml/2006/main" id="31" idx="0"/>
          </p:cNvCxnSpPr>
          <p:nvPr/>
        </p:nvCxnSpPr>
        <p:spPr>
          <a:xfrm xmlns:a="http://schemas.openxmlformats.org/drawingml/2006/main">
            <a:off x="3038475" y="4619625"/>
            <a:ext cx="0" cy="76200"/>
          </a:xfrm>
          <a:prstGeom xmlns:a="http://schemas.openxmlformats.org/drawingml/2006/main" prst="straightConnector1">
            <a:avLst/>
          </a:prstGeom>
          <a:ln xmlns:a="http://schemas.openxmlformats.org/drawingml/2006/main" w="10478">
            <a:solidFill>
              <a:srgbClr val="99B8B5"/>
            </a:solidFill>
            <a:tailEnd type="triangle" w="sm" len="sm"/>
          </a:ln>
        </p:spPr>
      </p:cxnSp>
      <p:cxnSp>
        <p:nvCxn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43EFAE4-30A5-4C4C-BF6F-9A9AF7BC1B96}"/>
              </a:ext>
            </a:extLst>
          </p:cNvPr>
          <p:cNvCxnSpPr>
            <a:stCxn xmlns:a="http://schemas.openxmlformats.org/drawingml/2006/main" id="29" idx="2"/>
            <a:endCxn xmlns:a="http://schemas.openxmlformats.org/drawingml/2006/main" id="30" idx="0"/>
          </p:cNvCxnSpPr>
          <p:nvPr/>
        </p:nvCxnSpPr>
        <p:spPr>
          <a:xfrm xmlns:a="http://schemas.openxmlformats.org/drawingml/2006/main">
            <a:off x="3038475" y="4314825"/>
            <a:ext cx="0" cy="76200"/>
          </a:xfrm>
          <a:prstGeom xmlns:a="http://schemas.openxmlformats.org/drawingml/2006/main" prst="straightConnector1">
            <a:avLst/>
          </a:prstGeom>
          <a:ln xmlns:a="http://schemas.openxmlformats.org/drawingml/2006/main" w="10478">
            <a:solidFill>
              <a:srgbClr val="99B8B5"/>
            </a:solidFill>
            <a:tailEnd type="triangle" w="sm" len="sm"/>
          </a:ln>
        </p:spPr>
      </p:cxnSp>
      <p:cxnSp>
        <p:nvCxn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E1F874E-2F84-46DF-9944-9DD0AD31E310}"/>
              </a:ext>
            </a:extLst>
          </p:cNvPr>
          <p:cNvCxnSpPr>
            <a:stCxn xmlns:a="http://schemas.openxmlformats.org/drawingml/2006/main" id="25" idx="3"/>
            <a:endCxn xmlns:a="http://schemas.openxmlformats.org/drawingml/2006/main" id="26" idx="1"/>
          </p:cNvCxnSpPr>
          <p:nvPr/>
        </p:nvCxnSpPr>
        <p:spPr>
          <a:xfrm xmlns:a="http://schemas.openxmlformats.org/drawingml/2006/main">
            <a:off x="4781550" y="3248025"/>
            <a:ext cx="171450" cy="0"/>
          </a:xfrm>
          <a:prstGeom xmlns:a="http://schemas.openxmlformats.org/drawingml/2006/main" prst="straightConnector1">
            <a:avLst/>
          </a:prstGeom>
          <a:ln xmlns:a="http://schemas.openxmlformats.org/drawingml/2006/main" w="12383">
            <a:solidFill>
              <a:srgbClr val="99B8B5"/>
            </a:solidFill>
            <a:tailEnd type="triangle" w="sm" len="sm"/>
          </a:ln>
        </p:spPr>
      </p:cxnSp>
      <p:cxnSp>
        <p:nvCxn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7B4EA55-7CBE-4B3B-8A87-14A7993E7CF6}"/>
              </a:ext>
            </a:extLst>
          </p:cNvPr>
          <p:cNvCxnSpPr>
            <a:stCxn xmlns:a="http://schemas.openxmlformats.org/drawingml/2006/main" id="24" idx="3"/>
            <a:endCxn xmlns:a="http://schemas.openxmlformats.org/drawingml/2006/main" id="25" idx="1"/>
          </p:cNvCxnSpPr>
          <p:nvPr/>
        </p:nvCxnSpPr>
        <p:spPr>
          <a:xfrm xmlns:a="http://schemas.openxmlformats.org/drawingml/2006/main">
            <a:off x="3867150" y="3248025"/>
            <a:ext cx="171450" cy="0"/>
          </a:xfrm>
          <a:prstGeom xmlns:a="http://schemas.openxmlformats.org/drawingml/2006/main" prst="straightConnector1">
            <a:avLst/>
          </a:prstGeom>
          <a:ln xmlns:a="http://schemas.openxmlformats.org/drawingml/2006/main" w="12383">
            <a:solidFill>
              <a:srgbClr val="99B8B5"/>
            </a:solidFill>
            <a:tailEnd type="triangle" w="sm" len="sm"/>
          </a:ln>
        </p:spPr>
      </p:cxnSp>
      <p:cxnSp>
        <p:nvCxn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9F099FF-5017-42AB-BC43-077973778B25}"/>
              </a:ext>
            </a:extLst>
          </p:cNvPr>
          <p:cNvCxnSpPr>
            <a:stCxn xmlns:a="http://schemas.openxmlformats.org/drawingml/2006/main" id="23" idx="3"/>
            <a:endCxn xmlns:a="http://schemas.openxmlformats.org/drawingml/2006/main" id="24" idx="1"/>
          </p:cNvCxnSpPr>
          <p:nvPr/>
        </p:nvCxnSpPr>
        <p:spPr>
          <a:xfrm xmlns:a="http://schemas.openxmlformats.org/drawingml/2006/main">
            <a:off x="2952750" y="3248025"/>
            <a:ext cx="171450" cy="0"/>
          </a:xfrm>
          <a:prstGeom xmlns:a="http://schemas.openxmlformats.org/drawingml/2006/main" prst="straightConnector1">
            <a:avLst/>
          </a:prstGeom>
          <a:ln xmlns:a="http://schemas.openxmlformats.org/drawingml/2006/main" w="12383">
            <a:solidFill>
              <a:srgbClr val="99B8B5"/>
            </a:solidFill>
            <a:tailEnd type="triangle" w="sm" len="sm"/>
          </a:ln>
        </p:spPr>
      </p:cxnSp>
      <p:cxnSp>
        <p:nvCxn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9A25831-151F-4AAE-A310-0196B7A5584F}"/>
              </a:ext>
            </a:extLst>
          </p:cNvPr>
          <p:cNvCxnSpPr>
            <a:stCxn xmlns:a="http://schemas.openxmlformats.org/drawingml/2006/main" id="22" idx="3"/>
            <a:endCxn xmlns:a="http://schemas.openxmlformats.org/drawingml/2006/main" id="23" idx="1"/>
          </p:cNvCxnSpPr>
          <p:nvPr/>
        </p:nvCxnSpPr>
        <p:spPr>
          <a:xfrm xmlns:a="http://schemas.openxmlformats.org/drawingml/2006/main">
            <a:off x="2038350" y="3248025"/>
            <a:ext cx="171450" cy="0"/>
          </a:xfrm>
          <a:prstGeom xmlns:a="http://schemas.openxmlformats.org/drawingml/2006/main" prst="straightConnector1">
            <a:avLst/>
          </a:prstGeom>
          <a:ln xmlns:a="http://schemas.openxmlformats.org/drawingml/2006/main" w="12383">
            <a:solidFill>
              <a:srgbClr val="99B8B5"/>
            </a:solidFill>
            <a:tailEnd type="triangle" w="sm" len="sm"/>
          </a:ln>
        </p:spPr>
      </p:cxnSp>
      <p:cxnSp>
        <p:nvCxn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8E6C77E-95C2-420B-9E25-5B7EF1AB5591}"/>
              </a:ext>
            </a:extLst>
          </p:cNvPr>
          <p:cNvCxnSpPr>
            <a:stCxn xmlns:a="http://schemas.openxmlformats.org/drawingml/2006/main" id="21" idx="3"/>
            <a:endCxn xmlns:a="http://schemas.openxmlformats.org/drawingml/2006/main" id="22" idx="1"/>
          </p:cNvCxnSpPr>
          <p:nvPr/>
        </p:nvCxnSpPr>
        <p:spPr>
          <a:xfrm xmlns:a="http://schemas.openxmlformats.org/drawingml/2006/main">
            <a:off x="1123950" y="3248025"/>
            <a:ext cx="171450" cy="0"/>
          </a:xfrm>
          <a:prstGeom xmlns:a="http://schemas.openxmlformats.org/drawingml/2006/main" prst="straightConnector1">
            <a:avLst/>
          </a:prstGeom>
          <a:ln xmlns:a="http://schemas.openxmlformats.org/drawingml/2006/main" w="12383">
            <a:solidFill>
              <a:srgbClr val="99B8B5"/>
            </a:solidFill>
            <a:tailEnd type="triangle" w="sm" len="sm"/>
          </a:ln>
        </p:spPr>
      </p:cxnSp>
      <p:sp>
        <p:nvSpPr>
          <p:cNvPr id="9" name="v2-title">
            <a:extLst xmlns:a="http://schemas.openxmlformats.org/drawingml/2006/main">
              <a:ext uri="{FF2B5EF4-FFF2-40B4-BE49-F238E27FC236}">
                <a16:creationId xmlns:a16="http://schemas.microsoft.com/office/drawing/2014/main" id="{63F12687-599C-46E5-B714-CF0B87CB6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66700"/>
            <a:ext cx="8572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203C43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3300" b="1">
                <a:solidFill>
                  <a:srgbClr val="203C43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3300" b="1">
                <a:solidFill>
                  <a:srgbClr val="203C43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3300" b="1">
                <a:solidFill>
                  <a:srgbClr val="203C43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3300" b="1">
                <a:solidFill>
                  <a:srgbClr val="203C43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3300" b="1">
                <a:solidFill>
                  <a:srgbClr val="203C43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3300" b="1">
                <a:solidFill>
                  <a:srgbClr val="203C43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3300" b="1">
                <a:solidFill>
                  <a:srgbClr val="203C43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3300" b="1">
                <a:solidFill>
                  <a:srgbClr val="203C43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3300" b="1">
                <a:solidFill>
                  <a:srgbClr val="203C43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203C43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203C43"/>
                </a:solidFill>
                <a:latin typeface="PingFang SC"/>
                <a:ea typeface="PingFang SC"/>
                <a:cs typeface="PingFang SC"/>
              </a:rPr>
              <a:t>漏洞治理流程</a:t>
            </a:r>
          </a:p>
        </p:txBody>
      </p:sp>
      <p:sp>
        <p:nvSpPr>
          <p:cNvPr id="10" name="v2-type">
            <a:extLst xmlns:a="http://schemas.openxmlformats.org/drawingml/2006/main">
              <a:ext uri="{FF2B5EF4-FFF2-40B4-BE49-F238E27FC236}">
                <a16:creationId xmlns:a16="http://schemas.microsoft.com/office/drawing/2014/main" id="{6971EED7-0E3C-4EDE-BD73-E2A8EB376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19100"/>
            <a:ext cx="3524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650" b="1">
                <a:solidFill>
                  <a:srgbClr val="177E80"/>
                </a:solidFill>
                <a:latin typeface="PingFang SC"/>
                <a:ea typeface="PingFang SC"/>
                <a:cs typeface="PingFang SC"/>
              </a:defRPr>
            </a:defPPr>
            <a:lvl1pPr algn="r">
              <a:defRPr sz="1650" b="1">
                <a:solidFill>
                  <a:srgbClr val="177E80"/>
                </a:solidFill>
                <a:latin typeface="PingFang SC"/>
                <a:ea typeface="PingFang SC"/>
                <a:cs typeface="PingFang SC"/>
              </a:defRPr>
            </a:lvl1pPr>
            <a:lvl2pPr algn="r">
              <a:defRPr sz="1650" b="1">
                <a:solidFill>
                  <a:srgbClr val="177E80"/>
                </a:solidFill>
                <a:latin typeface="PingFang SC"/>
                <a:ea typeface="PingFang SC"/>
                <a:cs typeface="PingFang SC"/>
              </a:defRPr>
            </a:lvl2pPr>
            <a:lvl3pPr algn="r">
              <a:defRPr sz="1650" b="1">
                <a:solidFill>
                  <a:srgbClr val="177E80"/>
                </a:solidFill>
                <a:latin typeface="PingFang SC"/>
                <a:ea typeface="PingFang SC"/>
                <a:cs typeface="PingFang SC"/>
              </a:defRPr>
            </a:lvl3pPr>
            <a:lvl4pPr algn="r">
              <a:defRPr sz="1650" b="1">
                <a:solidFill>
                  <a:srgbClr val="177E80"/>
                </a:solidFill>
                <a:latin typeface="PingFang SC"/>
                <a:ea typeface="PingFang SC"/>
                <a:cs typeface="PingFang SC"/>
              </a:defRPr>
            </a:lvl4pPr>
            <a:lvl5pPr algn="r">
              <a:defRPr sz="1650" b="1">
                <a:solidFill>
                  <a:srgbClr val="177E80"/>
                </a:solidFill>
                <a:latin typeface="PingFang SC"/>
                <a:ea typeface="PingFang SC"/>
                <a:cs typeface="PingFang SC"/>
              </a:defRPr>
            </a:lvl5pPr>
            <a:lvl6pPr algn="r">
              <a:defRPr sz="1650" b="1">
                <a:solidFill>
                  <a:srgbClr val="177E80"/>
                </a:solidFill>
                <a:latin typeface="PingFang SC"/>
                <a:ea typeface="PingFang SC"/>
                <a:cs typeface="PingFang SC"/>
              </a:defRPr>
            </a:lvl6pPr>
            <a:lvl7pPr algn="r">
              <a:defRPr sz="1650" b="1">
                <a:solidFill>
                  <a:srgbClr val="177E80"/>
                </a:solidFill>
                <a:latin typeface="PingFang SC"/>
                <a:ea typeface="PingFang SC"/>
                <a:cs typeface="PingFang SC"/>
              </a:defRPr>
            </a:lvl7pPr>
            <a:lvl8pPr algn="r">
              <a:defRPr sz="1650" b="1">
                <a:solidFill>
                  <a:srgbClr val="177E80"/>
                </a:solidFill>
                <a:latin typeface="PingFang SC"/>
                <a:ea typeface="PingFang SC"/>
                <a:cs typeface="PingFang SC"/>
              </a:defRPr>
            </a:lvl8pPr>
            <a:lvl9pPr algn="r">
              <a:defRPr sz="1650" b="1">
                <a:solidFill>
                  <a:srgbClr val="177E80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r">
              <a:defRPr sz="1650" b="1">
                <a:solidFill>
                  <a:srgbClr val="177E80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177E80"/>
                </a:solidFill>
                <a:latin typeface="PingFang SC"/>
                <a:ea typeface="PingFang SC"/>
                <a:cs typeface="PingFang SC"/>
              </a:rPr>
              <a:t>中期汇报 · 方案二</a:t>
            </a:r>
          </a:p>
        </p:txBody>
      </p:sp>
      <p:sp>
        <p:nvSpPr>
          <p:cNvPr id="11" name="v2-context-heading-0">
            <a:extLst xmlns:a="http://schemas.openxmlformats.org/drawingml/2006/main">
              <a:ext uri="{FF2B5EF4-FFF2-40B4-BE49-F238E27FC236}">
                <a16:creationId xmlns:a16="http://schemas.microsoft.com/office/drawing/2014/main" id="{96BB659C-030C-46CA-88AB-54BC2CB30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123950"/>
            <a:ext cx="3657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177E80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650" b="1">
                <a:solidFill>
                  <a:srgbClr val="177E80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650" b="1">
                <a:solidFill>
                  <a:srgbClr val="177E80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650" b="1">
                <a:solidFill>
                  <a:srgbClr val="177E80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650" b="1">
                <a:solidFill>
                  <a:srgbClr val="177E80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650" b="1">
                <a:solidFill>
                  <a:srgbClr val="177E80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650" b="1">
                <a:solidFill>
                  <a:srgbClr val="177E80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650" b="1">
                <a:solidFill>
                  <a:srgbClr val="177E80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650" b="1">
                <a:solidFill>
                  <a:srgbClr val="177E80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650" b="1">
                <a:solidFill>
                  <a:srgbClr val="177E80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177E80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177E80"/>
                </a:solidFill>
                <a:latin typeface="PingFang SC"/>
                <a:ea typeface="PingFang SC"/>
                <a:cs typeface="PingFang SC"/>
              </a:rPr>
              <a:t>背景介绍</a:t>
            </a:r>
          </a:p>
        </p:txBody>
      </p:sp>
      <p:sp>
        <p:nvSpPr>
          <p:cNvPr id="12" name="v2-context-body-0">
            <a:extLst xmlns:a="http://schemas.openxmlformats.org/drawingml/2006/main">
              <a:ext uri="{FF2B5EF4-FFF2-40B4-BE49-F238E27FC236}">
                <a16:creationId xmlns:a16="http://schemas.microsoft.com/office/drawing/2014/main" id="{C09BB19B-5328-4102-80E9-82CC6E8B4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504950"/>
            <a:ext cx="3657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203C43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350" b="0">
                <a:solidFill>
                  <a:srgbClr val="203C43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350" b="0">
                <a:solidFill>
                  <a:srgbClr val="203C43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350" b="0">
                <a:solidFill>
                  <a:srgbClr val="203C43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350" b="0">
                <a:solidFill>
                  <a:srgbClr val="203C43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350" b="0">
                <a:solidFill>
                  <a:srgbClr val="203C43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350" b="0">
                <a:solidFill>
                  <a:srgbClr val="203C43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350" b="0">
                <a:solidFill>
                  <a:srgbClr val="203C43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350" b="0">
                <a:solidFill>
                  <a:srgbClr val="203C43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350" b="0">
                <a:solidFill>
                  <a:srgbClr val="203C43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203C43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203C43"/>
                </a:solidFill>
                <a:latin typeface="PingFang SC"/>
                <a:ea typeface="PingFang SC"/>
                <a:cs typeface="PingFang SC"/>
              </a:rPr>
              <a:t>应用场景：〔填写场景与对象〕</a:t>
            </a:r>
          </a:p>
          <a:p xmlns:a="http://schemas.openxmlformats.org/drawingml/2006/main">
            <a:pPr algn="l">
              <a:defRPr sz="1350" b="0">
                <a:solidFill>
                  <a:srgbClr val="203C43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203C43"/>
                </a:solidFill>
                <a:latin typeface="PingFang SC"/>
                <a:ea typeface="PingFang SC"/>
                <a:cs typeface="PingFang SC"/>
              </a:rPr>
              <a:t>治理现状：〔填写现状与目标〕</a:t>
            </a:r>
          </a:p>
        </p:txBody>
      </p:sp>
      <p:sp>
        <p:nvSpPr>
          <p:cNvPr id="13" name="v2-context-heading-1">
            <a:extLst xmlns:a="http://schemas.openxmlformats.org/drawingml/2006/main">
              <a:ext uri="{FF2B5EF4-FFF2-40B4-BE49-F238E27FC236}">
                <a16:creationId xmlns:a16="http://schemas.microsoft.com/office/drawing/2014/main" id="{C0F60A03-2279-4422-982A-A4D7FB4A1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1123950"/>
            <a:ext cx="3657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177E80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650" b="1">
                <a:solidFill>
                  <a:srgbClr val="177E80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650" b="1">
                <a:solidFill>
                  <a:srgbClr val="177E80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650" b="1">
                <a:solidFill>
                  <a:srgbClr val="177E80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650" b="1">
                <a:solidFill>
                  <a:srgbClr val="177E80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650" b="1">
                <a:solidFill>
                  <a:srgbClr val="177E80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650" b="1">
                <a:solidFill>
                  <a:srgbClr val="177E80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650" b="1">
                <a:solidFill>
                  <a:srgbClr val="177E80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650" b="1">
                <a:solidFill>
                  <a:srgbClr val="177E80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650" b="1">
                <a:solidFill>
                  <a:srgbClr val="177E80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177E80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177E80"/>
                </a:solidFill>
                <a:latin typeface="PingFang SC"/>
                <a:ea typeface="PingFang SC"/>
                <a:cs typeface="PingFang SC"/>
              </a:rPr>
              <a:t>问题描述</a:t>
            </a:r>
          </a:p>
        </p:txBody>
      </p:sp>
      <p:sp>
        <p:nvSpPr>
          <p:cNvPr id="14" name="v2-context-body-1">
            <a:extLst xmlns:a="http://schemas.openxmlformats.org/drawingml/2006/main">
              <a:ext uri="{FF2B5EF4-FFF2-40B4-BE49-F238E27FC236}">
                <a16:creationId xmlns:a16="http://schemas.microsoft.com/office/drawing/2014/main" id="{5E851951-5D2F-4CE9-8AC3-F8B62CA1D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1504950"/>
            <a:ext cx="3657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203C43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350" b="0">
                <a:solidFill>
                  <a:srgbClr val="203C43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350" b="0">
                <a:solidFill>
                  <a:srgbClr val="203C43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350" b="0">
                <a:solidFill>
                  <a:srgbClr val="203C43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350" b="0">
                <a:solidFill>
                  <a:srgbClr val="203C43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350" b="0">
                <a:solidFill>
                  <a:srgbClr val="203C43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350" b="0">
                <a:solidFill>
                  <a:srgbClr val="203C43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350" b="0">
                <a:solidFill>
                  <a:srgbClr val="203C43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350" b="0">
                <a:solidFill>
                  <a:srgbClr val="203C43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350" b="0">
                <a:solidFill>
                  <a:srgbClr val="203C43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203C43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203C43"/>
                </a:solidFill>
                <a:latin typeface="PingFang SC"/>
                <a:ea typeface="PingFang SC"/>
                <a:cs typeface="PingFang SC"/>
              </a:rPr>
              <a:t>核心痛点：〔填写主要问题〕</a:t>
            </a:r>
          </a:p>
          <a:p xmlns:a="http://schemas.openxmlformats.org/drawingml/2006/main">
            <a:pPr algn="l">
              <a:defRPr sz="1350" b="0">
                <a:solidFill>
                  <a:srgbClr val="203C43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203C43"/>
                </a:solidFill>
                <a:latin typeface="PingFang SC"/>
                <a:ea typeface="PingFang SC"/>
                <a:cs typeface="PingFang SC"/>
              </a:rPr>
              <a:t>业务影响：〔影响范围与后果〕</a:t>
            </a:r>
          </a:p>
        </p:txBody>
      </p:sp>
      <p:sp>
        <p:nvSpPr>
          <p:cNvPr id="15" name="v2-context-heading-2">
            <a:extLst xmlns:a="http://schemas.openxmlformats.org/drawingml/2006/main">
              <a:ext uri="{FF2B5EF4-FFF2-40B4-BE49-F238E27FC236}">
                <a16:creationId xmlns:a16="http://schemas.microsoft.com/office/drawing/2014/main" id="{ED40AD96-ED18-4E28-8933-C2404A1DA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1123950"/>
            <a:ext cx="3657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177E80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650" b="1">
                <a:solidFill>
                  <a:srgbClr val="177E80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650" b="1">
                <a:solidFill>
                  <a:srgbClr val="177E80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650" b="1">
                <a:solidFill>
                  <a:srgbClr val="177E80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650" b="1">
                <a:solidFill>
                  <a:srgbClr val="177E80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650" b="1">
                <a:solidFill>
                  <a:srgbClr val="177E80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650" b="1">
                <a:solidFill>
                  <a:srgbClr val="177E80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650" b="1">
                <a:solidFill>
                  <a:srgbClr val="177E80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650" b="1">
                <a:solidFill>
                  <a:srgbClr val="177E80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650" b="1">
                <a:solidFill>
                  <a:srgbClr val="177E80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177E80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177E80"/>
                </a:solidFill>
                <a:latin typeface="PingFang SC"/>
                <a:ea typeface="PingFang SC"/>
                <a:cs typeface="PingFang SC"/>
              </a:rPr>
              <a:t>关键挑战</a:t>
            </a:r>
          </a:p>
        </p:txBody>
      </p:sp>
      <p:sp>
        <p:nvSpPr>
          <p:cNvPr id="16" name="v2-context-body-2">
            <a:extLst xmlns:a="http://schemas.openxmlformats.org/drawingml/2006/main">
              <a:ext uri="{FF2B5EF4-FFF2-40B4-BE49-F238E27FC236}">
                <a16:creationId xmlns:a16="http://schemas.microsoft.com/office/drawing/2014/main" id="{3E42BCA5-D40D-4CFA-9385-7F9C74D6F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1504950"/>
            <a:ext cx="3657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203C43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350" b="0">
                <a:solidFill>
                  <a:srgbClr val="203C43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350" b="0">
                <a:solidFill>
                  <a:srgbClr val="203C43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350" b="0">
                <a:solidFill>
                  <a:srgbClr val="203C43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350" b="0">
                <a:solidFill>
                  <a:srgbClr val="203C43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350" b="0">
                <a:solidFill>
                  <a:srgbClr val="203C43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350" b="0">
                <a:solidFill>
                  <a:srgbClr val="203C43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350" b="0">
                <a:solidFill>
                  <a:srgbClr val="203C43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350" b="0">
                <a:solidFill>
                  <a:srgbClr val="203C43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350" b="0">
                <a:solidFill>
                  <a:srgbClr val="203C43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203C43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203C43"/>
                </a:solidFill>
                <a:latin typeface="PingFang SC"/>
                <a:ea typeface="PingFang SC"/>
                <a:cs typeface="PingFang SC"/>
              </a:rPr>
              <a:t>数据接入 / 流程协同 / 复测闭环</a:t>
            </a:r>
          </a:p>
          <a:p xmlns:a="http://schemas.openxmlformats.org/drawingml/2006/main">
            <a:pPr algn="l">
              <a:defRPr sz="1350" b="0">
                <a:solidFill>
                  <a:srgbClr val="203C43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203C43"/>
                </a:solidFill>
                <a:latin typeface="PingFang SC"/>
                <a:ea typeface="PingFang SC"/>
                <a:cs typeface="PingFang SC"/>
              </a:rPr>
              <a:t>〔填写本课题的关键技术难点〕</a:t>
            </a:r>
          </a:p>
        </p:txBody>
      </p:sp>
      <p:sp>
        <p:nvSpPr>
          <p:cNvPr id="17" name="v2-context-rule">
            <a:extLst xmlns:a="http://schemas.openxmlformats.org/drawingml/2006/main">
              <a:ext uri="{FF2B5EF4-FFF2-40B4-BE49-F238E27FC236}">
                <a16:creationId xmlns:a16="http://schemas.microsoft.com/office/drawing/2014/main" id="{16F9C8A8-5D09-4E5A-903B-986124C0F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190750"/>
            <a:ext cx="11430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6E3"/>
            </a:solidFill>
            <a:prstDash val="solid"/>
          </a:ln>
        </p:spPr>
      </p:sp>
      <p:sp>
        <p:nvSpPr>
          <p:cNvPr id="18" name="v2-design-heading">
            <a:extLst xmlns:a="http://schemas.openxmlformats.org/drawingml/2006/main">
              <a:ext uri="{FF2B5EF4-FFF2-40B4-BE49-F238E27FC236}">
                <a16:creationId xmlns:a16="http://schemas.microsoft.com/office/drawing/2014/main" id="{39188CD1-2F8C-4259-9C09-91178F1FE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343150"/>
            <a:ext cx="11430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1">
                <a:solidFill>
                  <a:srgbClr val="177E80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800" b="1">
                <a:solidFill>
                  <a:srgbClr val="177E80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800" b="1">
                <a:solidFill>
                  <a:srgbClr val="177E80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800" b="1">
                <a:solidFill>
                  <a:srgbClr val="177E80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800" b="1">
                <a:solidFill>
                  <a:srgbClr val="177E80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800" b="1">
                <a:solidFill>
                  <a:srgbClr val="177E80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800" b="1">
                <a:solidFill>
                  <a:srgbClr val="177E80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800" b="1">
                <a:solidFill>
                  <a:srgbClr val="177E80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800" b="1">
                <a:solidFill>
                  <a:srgbClr val="177E80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800" b="1">
                <a:solidFill>
                  <a:srgbClr val="177E80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177E80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177E80"/>
                </a:solidFill>
                <a:latin typeface="PingFang SC"/>
                <a:ea typeface="PingFang SC"/>
                <a:cs typeface="PingFang SC"/>
              </a:rPr>
              <a:t>方案设计（示意）</a:t>
            </a:r>
          </a:p>
        </p:txBody>
      </p:sp>
      <p:sp>
        <p:nvSpPr>
          <p:cNvPr id="19" name="v2-design-divider">
            <a:extLst xmlns:a="http://schemas.openxmlformats.org/drawingml/2006/main">
              <a:ext uri="{FF2B5EF4-FFF2-40B4-BE49-F238E27FC236}">
                <a16:creationId xmlns:a16="http://schemas.microsoft.com/office/drawing/2014/main" id="{0697DD2F-CB5D-4124-8BEE-63958DF23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34075" y="2743200"/>
            <a:ext cx="0" cy="2152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6E3"/>
            </a:solidFill>
            <a:prstDash val="solid"/>
          </a:ln>
        </p:spPr>
      </p:sp>
      <p:sp>
        <p:nvSpPr>
          <p:cNvPr id="20" name="v2-flow-heading">
            <a:extLst xmlns:a="http://schemas.openxmlformats.org/drawingml/2006/main">
              <a:ext uri="{FF2B5EF4-FFF2-40B4-BE49-F238E27FC236}">
                <a16:creationId xmlns:a16="http://schemas.microsoft.com/office/drawing/2014/main" id="{9045B846-3DC0-4233-ACE0-A00DEB907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762250"/>
            <a:ext cx="53149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1">
                <a:solidFill>
                  <a:srgbClr val="203C43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425" b="1">
                <a:solidFill>
                  <a:srgbClr val="203C43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425" b="1">
                <a:solidFill>
                  <a:srgbClr val="203C43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425" b="1">
                <a:solidFill>
                  <a:srgbClr val="203C43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425" b="1">
                <a:solidFill>
                  <a:srgbClr val="203C43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425" b="1">
                <a:solidFill>
                  <a:srgbClr val="203C43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425" b="1">
                <a:solidFill>
                  <a:srgbClr val="203C43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425" b="1">
                <a:solidFill>
                  <a:srgbClr val="203C43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425" b="1">
                <a:solidFill>
                  <a:srgbClr val="203C43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425" b="1">
                <a:solidFill>
                  <a:srgbClr val="203C43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425" b="1">
                <a:solidFill>
                  <a:srgbClr val="203C43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203C43"/>
                </a:solidFill>
                <a:latin typeface="PingFang SC"/>
                <a:ea typeface="PingFang SC"/>
                <a:cs typeface="PingFang SC"/>
              </a:rPr>
              <a:t>业务流程</a:t>
            </a:r>
          </a:p>
        </p:txBody>
      </p:sp>
      <p:sp>
        <p:nvSpPr>
          <p:cNvPr id="21" name="v2-flow-step-0">
            <a:extLst xmlns:a="http://schemas.openxmlformats.org/drawingml/2006/main">
              <a:ext uri="{FF2B5EF4-FFF2-40B4-BE49-F238E27FC236}">
                <a16:creationId xmlns:a16="http://schemas.microsoft.com/office/drawing/2014/main" id="{3A4F7F8C-17B5-4BEE-AFDF-D0C3951D9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3076575"/>
            <a:ext cx="7429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2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313" b="1">
                <a:solidFill>
                  <a:srgbClr val="203C43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313" b="1">
                <a:solidFill>
                  <a:srgbClr val="203C43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313" b="1">
                <a:solidFill>
                  <a:srgbClr val="203C43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313" b="1">
                <a:solidFill>
                  <a:srgbClr val="203C43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313" b="1">
                <a:solidFill>
                  <a:srgbClr val="203C43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313" b="1">
                <a:solidFill>
                  <a:srgbClr val="203C43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313" b="1">
                <a:solidFill>
                  <a:srgbClr val="203C43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313" b="1">
                <a:solidFill>
                  <a:srgbClr val="203C43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313" b="1">
                <a:solidFill>
                  <a:srgbClr val="203C43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313" b="1">
                <a:solidFill>
                  <a:srgbClr val="203C43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313" b="1">
                <a:solidFill>
                  <a:srgbClr val="203C43"/>
                </a:solidFill>
                <a:latin typeface="PingFang SC"/>
                <a:ea typeface="PingFang SC"/>
                <a:cs typeface="PingFang SC"/>
              </a:defRPr>
            </a:pPr>
            <a:r>
              <a:rPr sz="1313" b="1">
                <a:solidFill>
                  <a:srgbClr val="203C43"/>
                </a:solidFill>
                <a:latin typeface="PingFang SC"/>
                <a:ea typeface="PingFang SC"/>
                <a:cs typeface="PingFang SC"/>
              </a:rPr>
              <a:t>漏洞发现</a:t>
            </a:r>
          </a:p>
        </p:txBody>
      </p:sp>
      <p:sp>
        <p:nvSpPr>
          <p:cNvPr id="22" name="v2-flow-step-1">
            <a:extLst xmlns:a="http://schemas.openxmlformats.org/drawingml/2006/main">
              <a:ext uri="{FF2B5EF4-FFF2-40B4-BE49-F238E27FC236}">
                <a16:creationId xmlns:a16="http://schemas.microsoft.com/office/drawing/2014/main" id="{12E11724-55F3-4B76-A79D-3654FC4BA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076575"/>
            <a:ext cx="7429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2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313" b="1">
                <a:solidFill>
                  <a:srgbClr val="203C43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313" b="1">
                <a:solidFill>
                  <a:srgbClr val="203C43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313" b="1">
                <a:solidFill>
                  <a:srgbClr val="203C43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313" b="1">
                <a:solidFill>
                  <a:srgbClr val="203C43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313" b="1">
                <a:solidFill>
                  <a:srgbClr val="203C43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313" b="1">
                <a:solidFill>
                  <a:srgbClr val="203C43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313" b="1">
                <a:solidFill>
                  <a:srgbClr val="203C43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313" b="1">
                <a:solidFill>
                  <a:srgbClr val="203C43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313" b="1">
                <a:solidFill>
                  <a:srgbClr val="203C43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313" b="1">
                <a:solidFill>
                  <a:srgbClr val="203C43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313" b="1">
                <a:solidFill>
                  <a:srgbClr val="203C43"/>
                </a:solidFill>
                <a:latin typeface="PingFang SC"/>
                <a:ea typeface="PingFang SC"/>
                <a:cs typeface="PingFang SC"/>
              </a:defRPr>
            </a:pPr>
            <a:r>
              <a:rPr sz="1313" b="1">
                <a:solidFill>
                  <a:srgbClr val="203C43"/>
                </a:solidFill>
                <a:latin typeface="PingFang SC"/>
                <a:ea typeface="PingFang SC"/>
                <a:cs typeface="PingFang SC"/>
              </a:rPr>
              <a:t>确认归并</a:t>
            </a:r>
          </a:p>
        </p:txBody>
      </p:sp>
      <p:sp>
        <p:nvSpPr>
          <p:cNvPr id="23" name="v2-flow-step-2">
            <a:extLst xmlns:a="http://schemas.openxmlformats.org/drawingml/2006/main">
              <a:ext uri="{FF2B5EF4-FFF2-40B4-BE49-F238E27FC236}">
                <a16:creationId xmlns:a16="http://schemas.microsoft.com/office/drawing/2014/main" id="{CEBFAA10-FCA9-4968-A09A-0AF389195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3076575"/>
            <a:ext cx="7429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2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313" b="1">
                <a:solidFill>
                  <a:srgbClr val="203C43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313" b="1">
                <a:solidFill>
                  <a:srgbClr val="203C43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313" b="1">
                <a:solidFill>
                  <a:srgbClr val="203C43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313" b="1">
                <a:solidFill>
                  <a:srgbClr val="203C43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313" b="1">
                <a:solidFill>
                  <a:srgbClr val="203C43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313" b="1">
                <a:solidFill>
                  <a:srgbClr val="203C43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313" b="1">
                <a:solidFill>
                  <a:srgbClr val="203C43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313" b="1">
                <a:solidFill>
                  <a:srgbClr val="203C43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313" b="1">
                <a:solidFill>
                  <a:srgbClr val="203C43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313" b="1">
                <a:solidFill>
                  <a:srgbClr val="203C43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313" b="1">
                <a:solidFill>
                  <a:srgbClr val="203C43"/>
                </a:solidFill>
                <a:latin typeface="PingFang SC"/>
                <a:ea typeface="PingFang SC"/>
                <a:cs typeface="PingFang SC"/>
              </a:defRPr>
            </a:pPr>
            <a:r>
              <a:rPr sz="1313" b="1">
                <a:solidFill>
                  <a:srgbClr val="203C43"/>
                </a:solidFill>
                <a:latin typeface="PingFang SC"/>
                <a:ea typeface="PingFang SC"/>
                <a:cs typeface="PingFang SC"/>
              </a:rPr>
              <a:t>风险评估</a:t>
            </a:r>
          </a:p>
        </p:txBody>
      </p:sp>
      <p:sp>
        <p:nvSpPr>
          <p:cNvPr id="24" name="v2-flow-step-3">
            <a:extLst xmlns:a="http://schemas.openxmlformats.org/drawingml/2006/main">
              <a:ext uri="{FF2B5EF4-FFF2-40B4-BE49-F238E27FC236}">
                <a16:creationId xmlns:a16="http://schemas.microsoft.com/office/drawing/2014/main" id="{950ACE24-517A-4F31-9B62-ED8652732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3076575"/>
            <a:ext cx="7429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2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313" b="1">
                <a:solidFill>
                  <a:srgbClr val="203C43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313" b="1">
                <a:solidFill>
                  <a:srgbClr val="203C43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313" b="1">
                <a:solidFill>
                  <a:srgbClr val="203C43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313" b="1">
                <a:solidFill>
                  <a:srgbClr val="203C43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313" b="1">
                <a:solidFill>
                  <a:srgbClr val="203C43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313" b="1">
                <a:solidFill>
                  <a:srgbClr val="203C43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313" b="1">
                <a:solidFill>
                  <a:srgbClr val="203C43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313" b="1">
                <a:solidFill>
                  <a:srgbClr val="203C43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313" b="1">
                <a:solidFill>
                  <a:srgbClr val="203C43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313" b="1">
                <a:solidFill>
                  <a:srgbClr val="203C43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313" b="1">
                <a:solidFill>
                  <a:srgbClr val="203C43"/>
                </a:solidFill>
                <a:latin typeface="PingFang SC"/>
                <a:ea typeface="PingFang SC"/>
                <a:cs typeface="PingFang SC"/>
              </a:defRPr>
            </a:pPr>
            <a:r>
              <a:rPr sz="1313" b="1">
                <a:solidFill>
                  <a:srgbClr val="203C43"/>
                </a:solidFill>
                <a:latin typeface="PingFang SC"/>
                <a:ea typeface="PingFang SC"/>
                <a:cs typeface="PingFang SC"/>
              </a:rPr>
              <a:t>分派修复</a:t>
            </a:r>
          </a:p>
        </p:txBody>
      </p:sp>
      <p:sp>
        <p:nvSpPr>
          <p:cNvPr id="25" name="v2-flow-step-4">
            <a:extLst xmlns:a="http://schemas.openxmlformats.org/drawingml/2006/main">
              <a:ext uri="{FF2B5EF4-FFF2-40B4-BE49-F238E27FC236}">
                <a16:creationId xmlns:a16="http://schemas.microsoft.com/office/drawing/2014/main" id="{A68DC645-99EC-4FD6-9D44-C356C57D8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3076575"/>
            <a:ext cx="7429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2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313" b="1">
                <a:solidFill>
                  <a:srgbClr val="203C43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313" b="1">
                <a:solidFill>
                  <a:srgbClr val="203C43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313" b="1">
                <a:solidFill>
                  <a:srgbClr val="203C43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313" b="1">
                <a:solidFill>
                  <a:srgbClr val="203C43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313" b="1">
                <a:solidFill>
                  <a:srgbClr val="203C43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313" b="1">
                <a:solidFill>
                  <a:srgbClr val="203C43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313" b="1">
                <a:solidFill>
                  <a:srgbClr val="203C43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313" b="1">
                <a:solidFill>
                  <a:srgbClr val="203C43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313" b="1">
                <a:solidFill>
                  <a:srgbClr val="203C43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313" b="1">
                <a:solidFill>
                  <a:srgbClr val="203C43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313" b="1">
                <a:solidFill>
                  <a:srgbClr val="203C43"/>
                </a:solidFill>
                <a:latin typeface="PingFang SC"/>
                <a:ea typeface="PingFang SC"/>
                <a:cs typeface="PingFang SC"/>
              </a:defRPr>
            </a:pPr>
            <a:r>
              <a:rPr sz="1313" b="1">
                <a:solidFill>
                  <a:srgbClr val="203C43"/>
                </a:solidFill>
                <a:latin typeface="PingFang SC"/>
                <a:ea typeface="PingFang SC"/>
                <a:cs typeface="PingFang SC"/>
              </a:rPr>
              <a:t>复测验证</a:t>
            </a:r>
          </a:p>
        </p:txBody>
      </p:sp>
      <p:sp>
        <p:nvSpPr>
          <p:cNvPr id="26" name="v2-flow-step-5">
            <a:extLst xmlns:a="http://schemas.openxmlformats.org/drawingml/2006/main">
              <a:ext uri="{FF2B5EF4-FFF2-40B4-BE49-F238E27FC236}">
                <a16:creationId xmlns:a16="http://schemas.microsoft.com/office/drawing/2014/main" id="{A089199D-5EE0-4D89-B5EE-EE9548CE6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076575"/>
            <a:ext cx="7429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2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313" b="1">
                <a:solidFill>
                  <a:srgbClr val="203C43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313" b="1">
                <a:solidFill>
                  <a:srgbClr val="203C43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313" b="1">
                <a:solidFill>
                  <a:srgbClr val="203C43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313" b="1">
                <a:solidFill>
                  <a:srgbClr val="203C43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313" b="1">
                <a:solidFill>
                  <a:srgbClr val="203C43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313" b="1">
                <a:solidFill>
                  <a:srgbClr val="203C43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313" b="1">
                <a:solidFill>
                  <a:srgbClr val="203C43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313" b="1">
                <a:solidFill>
                  <a:srgbClr val="203C43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313" b="1">
                <a:solidFill>
                  <a:srgbClr val="203C43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313" b="1">
                <a:solidFill>
                  <a:srgbClr val="203C43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313" b="1">
                <a:solidFill>
                  <a:srgbClr val="203C43"/>
                </a:solidFill>
                <a:latin typeface="PingFang SC"/>
                <a:ea typeface="PingFang SC"/>
                <a:cs typeface="PingFang SC"/>
              </a:defRPr>
            </a:pPr>
            <a:r>
              <a:rPr sz="1313" b="1">
                <a:solidFill>
                  <a:srgbClr val="203C43"/>
                </a:solidFill>
                <a:latin typeface="PingFang SC"/>
                <a:ea typeface="PingFang SC"/>
                <a:cs typeface="PingFang SC"/>
              </a:rPr>
              <a:t>关闭复盘</a:t>
            </a:r>
          </a:p>
        </p:txBody>
      </p:sp>
      <p:sp>
        <p:nvSpPr>
          <p:cNvPr id="27" name="v2-flow-note">
            <a:extLst xmlns:a="http://schemas.openxmlformats.org/drawingml/2006/main">
              <a:ext uri="{FF2B5EF4-FFF2-40B4-BE49-F238E27FC236}">
                <a16:creationId xmlns:a16="http://schemas.microsoft.com/office/drawing/2014/main" id="{682238F6-A5AD-441B-8F08-D6A52B755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3495675"/>
            <a:ext cx="5314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163" b="0">
                <a:solidFill>
                  <a:srgbClr val="647B80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163" b="0">
                <a:solidFill>
                  <a:srgbClr val="647B80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163" b="0">
                <a:solidFill>
                  <a:srgbClr val="647B80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163" b="0">
                <a:solidFill>
                  <a:srgbClr val="647B80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163" b="0">
                <a:solidFill>
                  <a:srgbClr val="647B80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163" b="0">
                <a:solidFill>
                  <a:srgbClr val="647B80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163" b="0">
                <a:solidFill>
                  <a:srgbClr val="647B80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163" b="0">
                <a:solidFill>
                  <a:srgbClr val="647B80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163" b="0">
                <a:solidFill>
                  <a:srgbClr val="647B80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163" b="0">
                <a:solidFill>
                  <a:srgbClr val="647B80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163" b="0">
                <a:solidFill>
                  <a:srgbClr val="647B80"/>
                </a:solidFill>
                <a:latin typeface="PingFang SC"/>
                <a:ea typeface="PingFang SC"/>
                <a:cs typeface="PingFang SC"/>
              </a:defRPr>
            </a:pPr>
            <a:r>
              <a:rPr sz="1163" b="0">
                <a:solidFill>
                  <a:srgbClr val="647B80"/>
                </a:solidFill>
                <a:latin typeface="PingFang SC"/>
                <a:ea typeface="PingFang SC"/>
                <a:cs typeface="PingFang SC"/>
              </a:rPr>
              <a:t>复测未通过 → 返回修复；关闭时保留验证证据</a:t>
            </a:r>
          </a:p>
        </p:txBody>
      </p:sp>
      <p:sp>
        <p:nvSpPr>
          <p:cNvPr id="28" name="v2-architecture-heading">
            <a:extLst xmlns:a="http://schemas.openxmlformats.org/drawingml/2006/main">
              <a:ext uri="{FF2B5EF4-FFF2-40B4-BE49-F238E27FC236}">
                <a16:creationId xmlns:a16="http://schemas.microsoft.com/office/drawing/2014/main" id="{7DC082C4-B356-490B-86D4-F25E2495B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3800475"/>
            <a:ext cx="53149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1">
                <a:solidFill>
                  <a:srgbClr val="203C43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425" b="1">
                <a:solidFill>
                  <a:srgbClr val="203C43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425" b="1">
                <a:solidFill>
                  <a:srgbClr val="203C43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425" b="1">
                <a:solidFill>
                  <a:srgbClr val="203C43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425" b="1">
                <a:solidFill>
                  <a:srgbClr val="203C43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425" b="1">
                <a:solidFill>
                  <a:srgbClr val="203C43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425" b="1">
                <a:solidFill>
                  <a:srgbClr val="203C43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425" b="1">
                <a:solidFill>
                  <a:srgbClr val="203C43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425" b="1">
                <a:solidFill>
                  <a:srgbClr val="203C43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425" b="1">
                <a:solidFill>
                  <a:srgbClr val="203C43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425" b="1">
                <a:solidFill>
                  <a:srgbClr val="203C43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203C43"/>
                </a:solidFill>
                <a:latin typeface="PingFang SC"/>
                <a:ea typeface="PingFang SC"/>
                <a:cs typeface="PingFang SC"/>
              </a:rPr>
              <a:t>系统框架</a:t>
            </a:r>
          </a:p>
        </p:txBody>
      </p:sp>
      <p:sp>
        <p:nvSpPr>
          <p:cNvPr id="29" name="v2-architecture-layer-0">
            <a:extLst xmlns:a="http://schemas.openxmlformats.org/drawingml/2006/main">
              <a:ext uri="{FF2B5EF4-FFF2-40B4-BE49-F238E27FC236}">
                <a16:creationId xmlns:a16="http://schemas.microsoft.com/office/drawing/2014/main" id="{DC1CCD9A-C0BA-4233-888B-14E57248D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4086225"/>
            <a:ext cx="53149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2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238" b="1">
                <a:solidFill>
                  <a:srgbClr val="203C43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238" b="1">
                <a:solidFill>
                  <a:srgbClr val="203C43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238" b="1">
                <a:solidFill>
                  <a:srgbClr val="203C43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238" b="1">
                <a:solidFill>
                  <a:srgbClr val="203C43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238" b="1">
                <a:solidFill>
                  <a:srgbClr val="203C43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238" b="1">
                <a:solidFill>
                  <a:srgbClr val="203C43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238" b="1">
                <a:solidFill>
                  <a:srgbClr val="203C43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238" b="1">
                <a:solidFill>
                  <a:srgbClr val="203C43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238" b="1">
                <a:solidFill>
                  <a:srgbClr val="203C43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238" b="1">
                <a:solidFill>
                  <a:srgbClr val="203C43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238" b="1">
                <a:solidFill>
                  <a:srgbClr val="203C43"/>
                </a:solidFill>
                <a:latin typeface="PingFang SC"/>
                <a:ea typeface="PingFang SC"/>
                <a:cs typeface="PingFang SC"/>
              </a:defRPr>
            </a:pPr>
            <a:r>
              <a:rPr sz="1238" b="1">
                <a:solidFill>
                  <a:srgbClr val="203C43"/>
                </a:solidFill>
                <a:latin typeface="PingFang SC"/>
                <a:ea typeface="PingFang SC"/>
                <a:cs typeface="PingFang SC"/>
              </a:rPr>
              <a:t>展示层   资产管理 · 漏洞看板 · 工单页面</a:t>
            </a:r>
          </a:p>
        </p:txBody>
      </p:sp>
      <p:sp>
        <p:nvSpPr>
          <p:cNvPr id="30" name="v2-architecture-layer-1">
            <a:extLst xmlns:a="http://schemas.openxmlformats.org/drawingml/2006/main">
              <a:ext uri="{FF2B5EF4-FFF2-40B4-BE49-F238E27FC236}">
                <a16:creationId xmlns:a16="http://schemas.microsoft.com/office/drawing/2014/main" id="{406C17FB-2972-4079-9032-96D02E9DB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4391025"/>
            <a:ext cx="53149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2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238" b="1">
                <a:solidFill>
                  <a:srgbClr val="203C43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238" b="1">
                <a:solidFill>
                  <a:srgbClr val="203C43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238" b="1">
                <a:solidFill>
                  <a:srgbClr val="203C43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238" b="1">
                <a:solidFill>
                  <a:srgbClr val="203C43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238" b="1">
                <a:solidFill>
                  <a:srgbClr val="203C43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238" b="1">
                <a:solidFill>
                  <a:srgbClr val="203C43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238" b="1">
                <a:solidFill>
                  <a:srgbClr val="203C43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238" b="1">
                <a:solidFill>
                  <a:srgbClr val="203C43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238" b="1">
                <a:solidFill>
                  <a:srgbClr val="203C43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238" b="1">
                <a:solidFill>
                  <a:srgbClr val="203C43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238" b="1">
                <a:solidFill>
                  <a:srgbClr val="203C43"/>
                </a:solidFill>
                <a:latin typeface="PingFang SC"/>
                <a:ea typeface="PingFang SC"/>
                <a:cs typeface="PingFang SC"/>
              </a:defRPr>
            </a:pPr>
            <a:r>
              <a:rPr sz="1238" b="1">
                <a:solidFill>
                  <a:srgbClr val="203C43"/>
                </a:solidFill>
                <a:latin typeface="PingFang SC"/>
                <a:ea typeface="PingFang SC"/>
                <a:cs typeface="PingFang SC"/>
              </a:rPr>
              <a:t>服务层   接入归并 · 风险评估 · 处置流转</a:t>
            </a:r>
          </a:p>
        </p:txBody>
      </p:sp>
      <p:sp>
        <p:nvSpPr>
          <p:cNvPr id="31" name="v2-architecture-layer-2">
            <a:extLst xmlns:a="http://schemas.openxmlformats.org/drawingml/2006/main">
              <a:ext uri="{FF2B5EF4-FFF2-40B4-BE49-F238E27FC236}">
                <a16:creationId xmlns:a16="http://schemas.microsoft.com/office/drawing/2014/main" id="{C0E120D8-00D3-4889-87BC-0C379B5B0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4695825"/>
            <a:ext cx="53149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2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238" b="1">
                <a:solidFill>
                  <a:srgbClr val="203C43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238" b="1">
                <a:solidFill>
                  <a:srgbClr val="203C43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238" b="1">
                <a:solidFill>
                  <a:srgbClr val="203C43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238" b="1">
                <a:solidFill>
                  <a:srgbClr val="203C43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238" b="1">
                <a:solidFill>
                  <a:srgbClr val="203C43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238" b="1">
                <a:solidFill>
                  <a:srgbClr val="203C43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238" b="1">
                <a:solidFill>
                  <a:srgbClr val="203C43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238" b="1">
                <a:solidFill>
                  <a:srgbClr val="203C43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238" b="1">
                <a:solidFill>
                  <a:srgbClr val="203C43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238" b="1">
                <a:solidFill>
                  <a:srgbClr val="203C43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238" b="1">
                <a:solidFill>
                  <a:srgbClr val="203C43"/>
                </a:solidFill>
                <a:latin typeface="PingFang SC"/>
                <a:ea typeface="PingFang SC"/>
                <a:cs typeface="PingFang SC"/>
              </a:defRPr>
            </a:pPr>
            <a:r>
              <a:rPr sz="1238" b="1">
                <a:solidFill>
                  <a:srgbClr val="203C43"/>
                </a:solidFill>
                <a:latin typeface="PingFang SC"/>
                <a:ea typeface="PingFang SC"/>
                <a:cs typeface="PingFang SC"/>
              </a:rPr>
              <a:t>数据层   资产 · 漏洞 · 工单 · 审计记录</a:t>
            </a:r>
          </a:p>
        </p:txBody>
      </p:sp>
      <p:sp>
        <p:nvSpPr>
          <p:cNvPr id="32" name="v2-uml-heading">
            <a:extLst xmlns:a="http://schemas.openxmlformats.org/drawingml/2006/main">
              <a:ext uri="{FF2B5EF4-FFF2-40B4-BE49-F238E27FC236}">
                <a16:creationId xmlns:a16="http://schemas.microsoft.com/office/drawing/2014/main" id="{716017EF-F7C7-4C5B-836D-4A0FD4DA1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762250"/>
            <a:ext cx="2590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1">
                <a:solidFill>
                  <a:srgbClr val="203C43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425" b="1">
                <a:solidFill>
                  <a:srgbClr val="203C43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425" b="1">
                <a:solidFill>
                  <a:srgbClr val="203C43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425" b="1">
                <a:solidFill>
                  <a:srgbClr val="203C43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425" b="1">
                <a:solidFill>
                  <a:srgbClr val="203C43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425" b="1">
                <a:solidFill>
                  <a:srgbClr val="203C43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425" b="1">
                <a:solidFill>
                  <a:srgbClr val="203C43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425" b="1">
                <a:solidFill>
                  <a:srgbClr val="203C43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425" b="1">
                <a:solidFill>
                  <a:srgbClr val="203C43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425" b="1">
                <a:solidFill>
                  <a:srgbClr val="203C43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425" b="1">
                <a:solidFill>
                  <a:srgbClr val="203C43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203C43"/>
                </a:solidFill>
                <a:latin typeface="PingFang SC"/>
                <a:ea typeface="PingFang SC"/>
                <a:cs typeface="PingFang SC"/>
              </a:rPr>
              <a:t>UML 类图</a:t>
            </a:r>
          </a:p>
        </p:txBody>
      </p:sp>
      <p:sp>
        <p:nvSpPr>
          <p:cNvPr id="33" name="v2-uml-vulnerability-frame">
            <a:extLst xmlns:a="http://schemas.openxmlformats.org/drawingml/2006/main">
              <a:ext uri="{FF2B5EF4-FFF2-40B4-BE49-F238E27FC236}">
                <a16:creationId xmlns:a16="http://schemas.microsoft.com/office/drawing/2014/main" id="{582A3916-05FA-4B23-BA97-E7DB9108F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076575"/>
            <a:ext cx="1104900" cy="1685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99B8B5"/>
            </a:solidFill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350" b="1">
                <a:solidFill>
                  <a:srgbClr val="203C43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350" b="1">
                <a:solidFill>
                  <a:srgbClr val="203C43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350" b="1">
                <a:solidFill>
                  <a:srgbClr val="203C43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350" b="1">
                <a:solidFill>
                  <a:srgbClr val="203C43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350" b="1">
                <a:solidFill>
                  <a:srgbClr val="203C43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350" b="1">
                <a:solidFill>
                  <a:srgbClr val="203C43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350" b="1">
                <a:solidFill>
                  <a:srgbClr val="203C43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350" b="1">
                <a:solidFill>
                  <a:srgbClr val="203C43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350" b="1">
                <a:solidFill>
                  <a:srgbClr val="203C43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350" b="1">
                <a:solidFill>
                  <a:srgbClr val="203C43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34" name="v2-uml-ticket-frame">
            <a:extLst xmlns:a="http://schemas.openxmlformats.org/drawingml/2006/main">
              <a:ext uri="{FF2B5EF4-FFF2-40B4-BE49-F238E27FC236}">
                <a16:creationId xmlns:a16="http://schemas.microsoft.com/office/drawing/2014/main" id="{D37C1607-7E0C-452C-87B3-F77A50D85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3076575"/>
            <a:ext cx="1104900" cy="1685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99B8B5"/>
            </a:solidFill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350" b="1">
                <a:solidFill>
                  <a:srgbClr val="203C43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350" b="1">
                <a:solidFill>
                  <a:srgbClr val="203C43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350" b="1">
                <a:solidFill>
                  <a:srgbClr val="203C43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350" b="1">
                <a:solidFill>
                  <a:srgbClr val="203C43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350" b="1">
                <a:solidFill>
                  <a:srgbClr val="203C43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350" b="1">
                <a:solidFill>
                  <a:srgbClr val="203C43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350" b="1">
                <a:solidFill>
                  <a:srgbClr val="203C43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350" b="1">
                <a:solidFill>
                  <a:srgbClr val="203C43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350" b="1">
                <a:solidFill>
                  <a:srgbClr val="203C43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350" b="1">
                <a:solidFill>
                  <a:srgbClr val="203C43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35" name="v2-uml-vulnerability-title">
            <a:extLst xmlns:a="http://schemas.openxmlformats.org/drawingml/2006/main">
              <a:ext uri="{FF2B5EF4-FFF2-40B4-BE49-F238E27FC236}">
                <a16:creationId xmlns:a16="http://schemas.microsoft.com/office/drawing/2014/main" id="{6529846F-0FB6-445F-9041-9B07CAE70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171825"/>
            <a:ext cx="95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425" b="1">
                <a:solidFill>
                  <a:srgbClr val="203C43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425" b="1">
                <a:solidFill>
                  <a:srgbClr val="203C43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425" b="1">
                <a:solidFill>
                  <a:srgbClr val="203C43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425" b="1">
                <a:solidFill>
                  <a:srgbClr val="203C43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425" b="1">
                <a:solidFill>
                  <a:srgbClr val="203C43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425" b="1">
                <a:solidFill>
                  <a:srgbClr val="203C43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425" b="1">
                <a:solidFill>
                  <a:srgbClr val="203C43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425" b="1">
                <a:solidFill>
                  <a:srgbClr val="203C43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425" b="1">
                <a:solidFill>
                  <a:srgbClr val="203C43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425" b="1">
                <a:solidFill>
                  <a:srgbClr val="203C43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425" b="1">
                <a:solidFill>
                  <a:srgbClr val="203C43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203C43"/>
                </a:solidFill>
                <a:latin typeface="PingFang SC"/>
                <a:ea typeface="PingFang SC"/>
                <a:cs typeface="PingFang SC"/>
              </a:rPr>
              <a:t>漏洞</a:t>
            </a:r>
          </a:p>
        </p:txBody>
      </p:sp>
      <p:sp>
        <p:nvSpPr>
          <p:cNvPr id="36" name="v2-uml-ticket-title">
            <a:extLst xmlns:a="http://schemas.openxmlformats.org/drawingml/2006/main">
              <a:ext uri="{FF2B5EF4-FFF2-40B4-BE49-F238E27FC236}">
                <a16:creationId xmlns:a16="http://schemas.microsoft.com/office/drawing/2014/main" id="{F72C5493-429E-41F6-ADB4-9B1AC0C6C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3171825"/>
            <a:ext cx="95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425" b="1">
                <a:solidFill>
                  <a:srgbClr val="203C43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425" b="1">
                <a:solidFill>
                  <a:srgbClr val="203C43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425" b="1">
                <a:solidFill>
                  <a:srgbClr val="203C43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425" b="1">
                <a:solidFill>
                  <a:srgbClr val="203C43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425" b="1">
                <a:solidFill>
                  <a:srgbClr val="203C43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425" b="1">
                <a:solidFill>
                  <a:srgbClr val="203C43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425" b="1">
                <a:solidFill>
                  <a:srgbClr val="203C43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425" b="1">
                <a:solidFill>
                  <a:srgbClr val="203C43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425" b="1">
                <a:solidFill>
                  <a:srgbClr val="203C43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425" b="1">
                <a:solidFill>
                  <a:srgbClr val="203C43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425" b="1">
                <a:solidFill>
                  <a:srgbClr val="203C43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203C43"/>
                </a:solidFill>
                <a:latin typeface="PingFang SC"/>
                <a:ea typeface="PingFang SC"/>
                <a:cs typeface="PingFang SC"/>
              </a:rPr>
              <a:t>工单</a:t>
            </a:r>
          </a:p>
        </p:txBody>
      </p:sp>
      <p:sp>
        <p:nvSpPr>
          <p:cNvPr id="37" name="v2-uml-vulnerability-rule">
            <a:extLst xmlns:a="http://schemas.openxmlformats.org/drawingml/2006/main">
              <a:ext uri="{FF2B5EF4-FFF2-40B4-BE49-F238E27FC236}">
                <a16:creationId xmlns:a16="http://schemas.microsoft.com/office/drawing/2014/main" id="{26A30A5B-E86D-4AD4-8F18-AC2F70C2E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514725"/>
            <a:ext cx="1104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99B8B5"/>
            </a:solidFill>
            <a:prstDash val="solid"/>
          </a:ln>
        </p:spPr>
      </p:sp>
      <p:sp>
        <p:nvSpPr>
          <p:cNvPr id="38" name="v2-uml-ticket-rule">
            <a:extLst xmlns:a="http://schemas.openxmlformats.org/drawingml/2006/main">
              <a:ext uri="{FF2B5EF4-FFF2-40B4-BE49-F238E27FC236}">
                <a16:creationId xmlns:a16="http://schemas.microsoft.com/office/drawing/2014/main" id="{1265E3D2-5F68-4C1A-8F4E-5C1724009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3514725"/>
            <a:ext cx="1104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99B8B5"/>
            </a:solidFill>
            <a:prstDash val="solid"/>
          </a:ln>
        </p:spPr>
      </p:sp>
      <p:sp>
        <p:nvSpPr>
          <p:cNvPr id="39" name="v2-uml-vulnerability-fields">
            <a:extLst xmlns:a="http://schemas.openxmlformats.org/drawingml/2006/main">
              <a:ext uri="{FF2B5EF4-FFF2-40B4-BE49-F238E27FC236}">
                <a16:creationId xmlns:a16="http://schemas.microsoft.com/office/drawing/2014/main" id="{D1A57F51-EBFF-4B89-BE33-4A2D1F47B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676650"/>
            <a:ext cx="8763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647B80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275" b="0">
                <a:solidFill>
                  <a:srgbClr val="647B80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275" b="0">
                <a:solidFill>
                  <a:srgbClr val="647B80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275" b="0">
                <a:solidFill>
                  <a:srgbClr val="647B80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275" b="0">
                <a:solidFill>
                  <a:srgbClr val="647B80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275" b="0">
                <a:solidFill>
                  <a:srgbClr val="647B80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275" b="0">
                <a:solidFill>
                  <a:srgbClr val="647B80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275" b="0">
                <a:solidFill>
                  <a:srgbClr val="647B80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275" b="0">
                <a:solidFill>
                  <a:srgbClr val="647B80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275" b="0">
                <a:solidFill>
                  <a:srgbClr val="647B80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647B80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647B80"/>
                </a:solidFill>
                <a:latin typeface="PingFang SC"/>
                <a:ea typeface="PingFang SC"/>
                <a:cs typeface="PingFang SC"/>
              </a:rPr>
              <a:t>编号</a:t>
            </a:r>
          </a:p>
          <a:p xmlns:a="http://schemas.openxmlformats.org/drawingml/2006/main">
            <a:pPr algn="l">
              <a:defRPr sz="1275" b="0">
                <a:solidFill>
                  <a:srgbClr val="647B80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647B80"/>
                </a:solidFill>
                <a:latin typeface="PingFang SC"/>
                <a:ea typeface="PingFang SC"/>
                <a:cs typeface="PingFang SC"/>
              </a:rPr>
              <a:t>风险等级</a:t>
            </a:r>
          </a:p>
          <a:p xmlns:a="http://schemas.openxmlformats.org/drawingml/2006/main">
            <a:pPr algn="l">
              <a:defRPr sz="1275" b="0">
                <a:solidFill>
                  <a:srgbClr val="647B80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647B80"/>
                </a:solidFill>
                <a:latin typeface="PingFang SC"/>
                <a:ea typeface="PingFang SC"/>
                <a:cs typeface="PingFang SC"/>
              </a:rPr>
              <a:t>处置状态</a:t>
            </a:r>
          </a:p>
        </p:txBody>
      </p:sp>
      <p:sp>
        <p:nvSpPr>
          <p:cNvPr id="40" name="v2-uml-ticket-fields">
            <a:extLst xmlns:a="http://schemas.openxmlformats.org/drawingml/2006/main">
              <a:ext uri="{FF2B5EF4-FFF2-40B4-BE49-F238E27FC236}">
                <a16:creationId xmlns:a16="http://schemas.microsoft.com/office/drawing/2014/main" id="{A8AA006F-AEF1-4F0B-9359-B1A84628D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3676650"/>
            <a:ext cx="8763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647B80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275" b="0">
                <a:solidFill>
                  <a:srgbClr val="647B80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275" b="0">
                <a:solidFill>
                  <a:srgbClr val="647B80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275" b="0">
                <a:solidFill>
                  <a:srgbClr val="647B80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275" b="0">
                <a:solidFill>
                  <a:srgbClr val="647B80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275" b="0">
                <a:solidFill>
                  <a:srgbClr val="647B80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275" b="0">
                <a:solidFill>
                  <a:srgbClr val="647B80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275" b="0">
                <a:solidFill>
                  <a:srgbClr val="647B80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275" b="0">
                <a:solidFill>
                  <a:srgbClr val="647B80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275" b="0">
                <a:solidFill>
                  <a:srgbClr val="647B80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647B80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647B80"/>
                </a:solidFill>
                <a:latin typeface="PingFang SC"/>
                <a:ea typeface="PingFang SC"/>
                <a:cs typeface="PingFang SC"/>
              </a:rPr>
              <a:t>责任人</a:t>
            </a:r>
          </a:p>
          <a:p xmlns:a="http://schemas.openxmlformats.org/drawingml/2006/main">
            <a:pPr algn="l">
              <a:defRPr sz="1275" b="0">
                <a:solidFill>
                  <a:srgbClr val="647B80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647B80"/>
                </a:solidFill>
                <a:latin typeface="PingFang SC"/>
                <a:ea typeface="PingFang SC"/>
                <a:cs typeface="PingFang SC"/>
              </a:rPr>
              <a:t>截止时间</a:t>
            </a:r>
          </a:p>
          <a:p xmlns:a="http://schemas.openxmlformats.org/drawingml/2006/main">
            <a:pPr algn="l">
              <a:defRPr sz="1275" b="0">
                <a:solidFill>
                  <a:srgbClr val="647B80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647B80"/>
                </a:solidFill>
                <a:latin typeface="PingFang SC"/>
                <a:ea typeface="PingFang SC"/>
                <a:cs typeface="PingFang SC"/>
              </a:rPr>
              <a:t>复测结果</a:t>
            </a:r>
          </a:p>
        </p:txBody>
      </p:sp>
      <p:sp>
        <p:nvSpPr>
          <p:cNvPr id="41" name="v2-uml-association">
            <a:extLst xmlns:a="http://schemas.openxmlformats.org/drawingml/2006/main">
              <a:ext uri="{FF2B5EF4-FFF2-40B4-BE49-F238E27FC236}">
                <a16:creationId xmlns:a16="http://schemas.microsoft.com/office/drawing/2014/main" id="{3673BDC9-FA95-4154-9FE7-B21CE8641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3943350"/>
            <a:ext cx="381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99B8B5"/>
            </a:solidFill>
            <a:prstDash val="solid"/>
          </a:ln>
        </p:spPr>
      </p:sp>
      <p:sp>
        <p:nvSpPr>
          <p:cNvPr id="42" name="v2-uml-one">
            <a:extLst xmlns:a="http://schemas.openxmlformats.org/drawingml/2006/main">
              <a:ext uri="{FF2B5EF4-FFF2-40B4-BE49-F238E27FC236}">
                <a16:creationId xmlns:a16="http://schemas.microsoft.com/office/drawing/2014/main" id="{913A29CF-2EDB-418D-8D7E-3A53B611B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4725" y="3733800"/>
            <a:ext cx="133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125" b="0">
                <a:solidFill>
                  <a:srgbClr val="647B80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125" b="0">
                <a:solidFill>
                  <a:srgbClr val="647B80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125" b="0">
                <a:solidFill>
                  <a:srgbClr val="647B80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125" b="0">
                <a:solidFill>
                  <a:srgbClr val="647B80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125" b="0">
                <a:solidFill>
                  <a:srgbClr val="647B80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125" b="0">
                <a:solidFill>
                  <a:srgbClr val="647B80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125" b="0">
                <a:solidFill>
                  <a:srgbClr val="647B80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125" b="0">
                <a:solidFill>
                  <a:srgbClr val="647B80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125" b="0">
                <a:solidFill>
                  <a:srgbClr val="647B80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125" b="0">
                <a:solidFill>
                  <a:srgbClr val="647B80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125" b="0">
                <a:solidFill>
                  <a:srgbClr val="647B80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647B80"/>
                </a:solidFill>
                <a:latin typeface="PingFang SC"/>
                <a:ea typeface="PingFang SC"/>
                <a:cs typeface="PingFang SC"/>
              </a:rPr>
              <a:t>1</a:t>
            </a:r>
          </a:p>
        </p:txBody>
      </p:sp>
      <p:sp>
        <p:nvSpPr>
          <p:cNvPr id="43" name="v2-uml-many">
            <a:extLst xmlns:a="http://schemas.openxmlformats.org/drawingml/2006/main">
              <a:ext uri="{FF2B5EF4-FFF2-40B4-BE49-F238E27FC236}">
                <a16:creationId xmlns:a16="http://schemas.microsoft.com/office/drawing/2014/main" id="{732C2A82-62CE-4D89-8F2F-F7DD4B7FC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34275" y="3733800"/>
            <a:ext cx="114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125" b="0">
                <a:solidFill>
                  <a:srgbClr val="647B80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125" b="0">
                <a:solidFill>
                  <a:srgbClr val="647B80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125" b="0">
                <a:solidFill>
                  <a:srgbClr val="647B80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125" b="0">
                <a:solidFill>
                  <a:srgbClr val="647B80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125" b="0">
                <a:solidFill>
                  <a:srgbClr val="647B80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125" b="0">
                <a:solidFill>
                  <a:srgbClr val="647B80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125" b="0">
                <a:solidFill>
                  <a:srgbClr val="647B80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125" b="0">
                <a:solidFill>
                  <a:srgbClr val="647B80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125" b="0">
                <a:solidFill>
                  <a:srgbClr val="647B80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125" b="0">
                <a:solidFill>
                  <a:srgbClr val="647B80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125" b="0">
                <a:solidFill>
                  <a:srgbClr val="647B80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647B80"/>
                </a:solidFill>
                <a:latin typeface="PingFang SC"/>
                <a:ea typeface="PingFang SC"/>
                <a:cs typeface="PingFang SC"/>
              </a:rPr>
              <a:t>*</a:t>
            </a:r>
          </a:p>
        </p:txBody>
      </p:sp>
      <p:sp>
        <p:nvSpPr>
          <p:cNvPr id="44" name="v2-sequence-heading">
            <a:extLst xmlns:a="http://schemas.openxmlformats.org/drawingml/2006/main">
              <a:ext uri="{FF2B5EF4-FFF2-40B4-BE49-F238E27FC236}">
                <a16:creationId xmlns:a16="http://schemas.microsoft.com/office/drawing/2014/main" id="{0A7CB660-E233-45D4-B45C-B5F35A468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762250"/>
            <a:ext cx="2743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1">
                <a:solidFill>
                  <a:srgbClr val="203C43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425" b="1">
                <a:solidFill>
                  <a:srgbClr val="203C43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425" b="1">
                <a:solidFill>
                  <a:srgbClr val="203C43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425" b="1">
                <a:solidFill>
                  <a:srgbClr val="203C43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425" b="1">
                <a:solidFill>
                  <a:srgbClr val="203C43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425" b="1">
                <a:solidFill>
                  <a:srgbClr val="203C43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425" b="1">
                <a:solidFill>
                  <a:srgbClr val="203C43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425" b="1">
                <a:solidFill>
                  <a:srgbClr val="203C43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425" b="1">
                <a:solidFill>
                  <a:srgbClr val="203C43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425" b="1">
                <a:solidFill>
                  <a:srgbClr val="203C43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425" b="1">
                <a:solidFill>
                  <a:srgbClr val="203C43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203C43"/>
                </a:solidFill>
                <a:latin typeface="PingFang SC"/>
                <a:ea typeface="PingFang SC"/>
                <a:cs typeface="PingFang SC"/>
              </a:rPr>
              <a:t>时序图</a:t>
            </a:r>
          </a:p>
        </p:txBody>
      </p:sp>
      <p:sp>
        <p:nvSpPr>
          <p:cNvPr id="45" name="v2-sequence-actor-0">
            <a:extLst xmlns:a="http://schemas.openxmlformats.org/drawingml/2006/main">
              <a:ext uri="{FF2B5EF4-FFF2-40B4-BE49-F238E27FC236}">
                <a16:creationId xmlns:a16="http://schemas.microsoft.com/office/drawing/2014/main" id="{7CE150B6-D7F8-47C2-9293-56586C3E1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3076575"/>
            <a:ext cx="68580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2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275" b="1">
                <a:solidFill>
                  <a:srgbClr val="203C43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275" b="1">
                <a:solidFill>
                  <a:srgbClr val="203C43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275" b="1">
                <a:solidFill>
                  <a:srgbClr val="203C43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275" b="1">
                <a:solidFill>
                  <a:srgbClr val="203C43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275" b="1">
                <a:solidFill>
                  <a:srgbClr val="203C43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275" b="1">
                <a:solidFill>
                  <a:srgbClr val="203C43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275" b="1">
                <a:solidFill>
                  <a:srgbClr val="203C43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275" b="1">
                <a:solidFill>
                  <a:srgbClr val="203C43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275" b="1">
                <a:solidFill>
                  <a:srgbClr val="203C43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275" b="1">
                <a:solidFill>
                  <a:srgbClr val="203C43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275" b="1">
                <a:solidFill>
                  <a:srgbClr val="203C43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203C43"/>
                </a:solidFill>
                <a:latin typeface="PingFang SC"/>
                <a:ea typeface="PingFang SC"/>
                <a:cs typeface="PingFang SC"/>
              </a:rPr>
              <a:t>提交者</a:t>
            </a:r>
          </a:p>
        </p:txBody>
      </p:sp>
      <p:sp>
        <p:nvSpPr>
          <p:cNvPr id="46" name="v2-sequence-life-0">
            <a:extLst xmlns:a="http://schemas.openxmlformats.org/drawingml/2006/main">
              <a:ext uri="{FF2B5EF4-FFF2-40B4-BE49-F238E27FC236}">
                <a16:creationId xmlns:a16="http://schemas.microsoft.com/office/drawing/2014/main" id="{935A67CC-1427-47AA-9A32-9885FB113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3419475"/>
            <a:ext cx="0" cy="1428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99B8B5"/>
            </a:solidFill>
            <a:prstDash val="dash"/>
          </a:ln>
        </p:spPr>
      </p:sp>
      <p:sp>
        <p:nvSpPr>
          <p:cNvPr id="47" name="v2-sequence-actor-1">
            <a:extLst xmlns:a="http://schemas.openxmlformats.org/drawingml/2006/main">
              <a:ext uri="{FF2B5EF4-FFF2-40B4-BE49-F238E27FC236}">
                <a16:creationId xmlns:a16="http://schemas.microsoft.com/office/drawing/2014/main" id="{D2F7FCFF-9481-4635-8D07-51CD42E43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076575"/>
            <a:ext cx="68580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2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275" b="1">
                <a:solidFill>
                  <a:srgbClr val="203C43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275" b="1">
                <a:solidFill>
                  <a:srgbClr val="203C43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275" b="1">
                <a:solidFill>
                  <a:srgbClr val="203C43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275" b="1">
                <a:solidFill>
                  <a:srgbClr val="203C43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275" b="1">
                <a:solidFill>
                  <a:srgbClr val="203C43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275" b="1">
                <a:solidFill>
                  <a:srgbClr val="203C43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275" b="1">
                <a:solidFill>
                  <a:srgbClr val="203C43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275" b="1">
                <a:solidFill>
                  <a:srgbClr val="203C43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275" b="1">
                <a:solidFill>
                  <a:srgbClr val="203C43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275" b="1">
                <a:solidFill>
                  <a:srgbClr val="203C43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275" b="1">
                <a:solidFill>
                  <a:srgbClr val="203C43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203C43"/>
                </a:solidFill>
                <a:latin typeface="PingFang SC"/>
                <a:ea typeface="PingFang SC"/>
                <a:cs typeface="PingFang SC"/>
              </a:rPr>
              <a:t>平台</a:t>
            </a:r>
          </a:p>
        </p:txBody>
      </p:sp>
      <p:sp>
        <p:nvSpPr>
          <p:cNvPr id="48" name="v2-sequence-life-1">
            <a:extLst xmlns:a="http://schemas.openxmlformats.org/drawingml/2006/main">
              <a:ext uri="{FF2B5EF4-FFF2-40B4-BE49-F238E27FC236}">
                <a16:creationId xmlns:a16="http://schemas.microsoft.com/office/drawing/2014/main" id="{8E00EB90-B98D-4575-815E-568CF5A64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9400" y="3419475"/>
            <a:ext cx="0" cy="1428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99B8B5"/>
            </a:solidFill>
            <a:prstDash val="dash"/>
          </a:ln>
        </p:spPr>
      </p:sp>
      <p:sp>
        <p:nvSpPr>
          <p:cNvPr id="49" name="v2-sequence-actor-2">
            <a:extLst xmlns:a="http://schemas.openxmlformats.org/drawingml/2006/main">
              <a:ext uri="{FF2B5EF4-FFF2-40B4-BE49-F238E27FC236}">
                <a16:creationId xmlns:a16="http://schemas.microsoft.com/office/drawing/2014/main" id="{6DD0EC63-C46F-4BFF-97B0-F2E5E6A9C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3076575"/>
            <a:ext cx="68580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2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275" b="1">
                <a:solidFill>
                  <a:srgbClr val="203C43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275" b="1">
                <a:solidFill>
                  <a:srgbClr val="203C43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275" b="1">
                <a:solidFill>
                  <a:srgbClr val="203C43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275" b="1">
                <a:solidFill>
                  <a:srgbClr val="203C43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275" b="1">
                <a:solidFill>
                  <a:srgbClr val="203C43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275" b="1">
                <a:solidFill>
                  <a:srgbClr val="203C43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275" b="1">
                <a:solidFill>
                  <a:srgbClr val="203C43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275" b="1">
                <a:solidFill>
                  <a:srgbClr val="203C43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275" b="1">
                <a:solidFill>
                  <a:srgbClr val="203C43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275" b="1">
                <a:solidFill>
                  <a:srgbClr val="203C43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275" b="1">
                <a:solidFill>
                  <a:srgbClr val="203C43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203C43"/>
                </a:solidFill>
                <a:latin typeface="PingFang SC"/>
                <a:ea typeface="PingFang SC"/>
                <a:cs typeface="PingFang SC"/>
              </a:rPr>
              <a:t>处理人</a:t>
            </a:r>
          </a:p>
        </p:txBody>
      </p:sp>
      <p:sp>
        <p:nvSpPr>
          <p:cNvPr id="50" name="v2-sequence-life-2">
            <a:extLst xmlns:a="http://schemas.openxmlformats.org/drawingml/2006/main">
              <a:ext uri="{FF2B5EF4-FFF2-40B4-BE49-F238E27FC236}">
                <a16:creationId xmlns:a16="http://schemas.microsoft.com/office/drawing/2014/main" id="{4914B702-A94B-4B63-BA47-FFC1F5AC1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68100" y="3419475"/>
            <a:ext cx="0" cy="1428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99B8B5"/>
            </a:solidFill>
            <a:prstDash val="dash"/>
          </a:ln>
        </p:spPr>
      </p:sp>
      <p:cxnSp>
        <p:nvCxnSpPr>
          <p:cNvPr id="51" name="v2-sequence-message-0">
            <a:extLst xmlns:a="http://schemas.openxmlformats.org/drawingml/2006/main">
              <a:ext uri="{FF2B5EF4-FFF2-40B4-BE49-F238E27FC236}">
                <a16:creationId xmlns:a16="http://schemas.microsoft.com/office/drawing/2014/main" id="{BCDBA819-4081-42FB-9999-0C2333DD3635}"/>
              </a:ext>
            </a:extLst>
          </p:cNvPr>
          <p:cNvCxnSpPr/>
          <p:nvPr/>
        </p:nvCxnSpPr>
        <p:spPr>
          <a:xfrm xmlns:a="http://schemas.openxmlformats.org/drawingml/2006/main" flipH="0">
            <a:off x="9410700" y="3619500"/>
            <a:ext cx="1028700" cy="0"/>
          </a:xfrm>
          <a:prstGeom xmlns:a="http://schemas.openxmlformats.org/drawingml/2006/main" prst="straightConnector1">
            <a:avLst/>
          </a:prstGeom>
          <a:ln xmlns:a="http://schemas.openxmlformats.org/drawingml/2006/main" w="12383">
            <a:solidFill>
              <a:srgbClr val="99B8B5"/>
            </a:solidFill>
            <a:tailEnd type="triangle" w="sm" len="sm"/>
          </a:ln>
        </p:spPr>
      </p:cxnSp>
      <p:sp>
        <p:nvSpPr>
          <p:cNvPr id="52" name="v2-sequence-message-label-0">
            <a:extLst xmlns:a="http://schemas.openxmlformats.org/drawingml/2006/main">
              <a:ext uri="{FF2B5EF4-FFF2-40B4-BE49-F238E27FC236}">
                <a16:creationId xmlns:a16="http://schemas.microsoft.com/office/drawing/2014/main" id="{A086D21F-77D9-483C-A195-5CC833318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3400425"/>
            <a:ext cx="685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275" b="0">
                <a:solidFill>
                  <a:srgbClr val="647B80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275" b="0">
                <a:solidFill>
                  <a:srgbClr val="647B80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275" b="0">
                <a:solidFill>
                  <a:srgbClr val="647B80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275" b="0">
                <a:solidFill>
                  <a:srgbClr val="647B80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275" b="0">
                <a:solidFill>
                  <a:srgbClr val="647B80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275" b="0">
                <a:solidFill>
                  <a:srgbClr val="647B80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275" b="0">
                <a:solidFill>
                  <a:srgbClr val="647B80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275" b="0">
                <a:solidFill>
                  <a:srgbClr val="647B80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275" b="0">
                <a:solidFill>
                  <a:srgbClr val="647B80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275" b="0">
                <a:solidFill>
                  <a:srgbClr val="647B80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275" b="0">
                <a:solidFill>
                  <a:srgbClr val="647B80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647B80"/>
                </a:solidFill>
                <a:latin typeface="PingFang SC"/>
                <a:ea typeface="PingFang SC"/>
                <a:cs typeface="PingFang SC"/>
              </a:rPr>
              <a:t>上报</a:t>
            </a:r>
          </a:p>
        </p:txBody>
      </p:sp>
      <p:cxnSp>
        <p:nvCxnSpPr>
          <p:cNvPr id="53" name="v2-sequence-message-1">
            <a:extLst xmlns:a="http://schemas.openxmlformats.org/drawingml/2006/main">
              <a:ext uri="{FF2B5EF4-FFF2-40B4-BE49-F238E27FC236}">
                <a16:creationId xmlns:a16="http://schemas.microsoft.com/office/drawing/2014/main" id="{DB012228-BE21-4F68-A64B-9913E4BBD40D}"/>
              </a:ext>
            </a:extLst>
          </p:cNvPr>
          <p:cNvCxnSpPr/>
          <p:nvPr/>
        </p:nvCxnSpPr>
        <p:spPr>
          <a:xfrm xmlns:a="http://schemas.openxmlformats.org/drawingml/2006/main" flipH="0">
            <a:off x="10439400" y="4000500"/>
            <a:ext cx="1028700" cy="0"/>
          </a:xfrm>
          <a:prstGeom xmlns:a="http://schemas.openxmlformats.org/drawingml/2006/main" prst="straightConnector1">
            <a:avLst/>
          </a:prstGeom>
          <a:ln xmlns:a="http://schemas.openxmlformats.org/drawingml/2006/main" w="12383">
            <a:solidFill>
              <a:srgbClr val="99B8B5"/>
            </a:solidFill>
            <a:tailEnd type="triangle" w="sm" len="sm"/>
          </a:ln>
        </p:spPr>
      </p:cxnSp>
      <p:sp>
        <p:nvSpPr>
          <p:cNvPr id="54" name="v2-sequence-message-label-1">
            <a:extLst xmlns:a="http://schemas.openxmlformats.org/drawingml/2006/main">
              <a:ext uri="{FF2B5EF4-FFF2-40B4-BE49-F238E27FC236}">
                <a16:creationId xmlns:a16="http://schemas.microsoft.com/office/drawing/2014/main" id="{1E4BBFFE-4C61-4963-B685-349E48D68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3781425"/>
            <a:ext cx="685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275" b="0">
                <a:solidFill>
                  <a:srgbClr val="647B80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275" b="0">
                <a:solidFill>
                  <a:srgbClr val="647B80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275" b="0">
                <a:solidFill>
                  <a:srgbClr val="647B80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275" b="0">
                <a:solidFill>
                  <a:srgbClr val="647B80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275" b="0">
                <a:solidFill>
                  <a:srgbClr val="647B80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275" b="0">
                <a:solidFill>
                  <a:srgbClr val="647B80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275" b="0">
                <a:solidFill>
                  <a:srgbClr val="647B80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275" b="0">
                <a:solidFill>
                  <a:srgbClr val="647B80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275" b="0">
                <a:solidFill>
                  <a:srgbClr val="647B80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275" b="0">
                <a:solidFill>
                  <a:srgbClr val="647B80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275" b="0">
                <a:solidFill>
                  <a:srgbClr val="647B80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647B80"/>
                </a:solidFill>
                <a:latin typeface="PingFang SC"/>
                <a:ea typeface="PingFang SC"/>
                <a:cs typeface="PingFang SC"/>
              </a:rPr>
              <a:t>分派</a:t>
            </a:r>
          </a:p>
        </p:txBody>
      </p:sp>
      <p:cxnSp>
        <p:nvCxnSpPr>
          <p:cNvPr id="55" name="v2-sequence-message-2">
            <a:extLst xmlns:a="http://schemas.openxmlformats.org/drawingml/2006/main">
              <a:ext uri="{FF2B5EF4-FFF2-40B4-BE49-F238E27FC236}">
                <a16:creationId xmlns:a16="http://schemas.microsoft.com/office/drawing/2014/main" id="{F951EF78-B837-4972-A4AC-0AB75EC7AB22}"/>
              </a:ext>
            </a:extLst>
          </p:cNvPr>
          <p:cNvCxnSpPr/>
          <p:nvPr/>
        </p:nvCxnSpPr>
        <p:spPr>
          <a:xfrm xmlns:a="http://schemas.openxmlformats.org/drawingml/2006/main" flipH="1">
            <a:off x="10439400" y="4381500"/>
            <a:ext cx="1028700" cy="0"/>
          </a:xfrm>
          <a:prstGeom xmlns:a="http://schemas.openxmlformats.org/drawingml/2006/main" prst="straightConnector1">
            <a:avLst/>
          </a:prstGeom>
          <a:ln xmlns:a="http://schemas.openxmlformats.org/drawingml/2006/main" w="12383">
            <a:solidFill>
              <a:srgbClr val="99B8B5"/>
            </a:solidFill>
            <a:tailEnd type="triangle" w="sm" len="sm"/>
          </a:ln>
        </p:spPr>
      </p:cxnSp>
      <p:sp>
        <p:nvSpPr>
          <p:cNvPr id="56" name="v2-sequence-message-label-2">
            <a:extLst xmlns:a="http://schemas.openxmlformats.org/drawingml/2006/main">
              <a:ext uri="{FF2B5EF4-FFF2-40B4-BE49-F238E27FC236}">
                <a16:creationId xmlns:a16="http://schemas.microsoft.com/office/drawing/2014/main" id="{94B7E023-5F59-4325-9608-DFD9F17A6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4162425"/>
            <a:ext cx="685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275" b="0">
                <a:solidFill>
                  <a:srgbClr val="647B80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275" b="0">
                <a:solidFill>
                  <a:srgbClr val="647B80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275" b="0">
                <a:solidFill>
                  <a:srgbClr val="647B80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275" b="0">
                <a:solidFill>
                  <a:srgbClr val="647B80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275" b="0">
                <a:solidFill>
                  <a:srgbClr val="647B80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275" b="0">
                <a:solidFill>
                  <a:srgbClr val="647B80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275" b="0">
                <a:solidFill>
                  <a:srgbClr val="647B80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275" b="0">
                <a:solidFill>
                  <a:srgbClr val="647B80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275" b="0">
                <a:solidFill>
                  <a:srgbClr val="647B80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275" b="0">
                <a:solidFill>
                  <a:srgbClr val="647B80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275" b="0">
                <a:solidFill>
                  <a:srgbClr val="647B80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647B80"/>
                </a:solidFill>
                <a:latin typeface="PingFang SC"/>
                <a:ea typeface="PingFang SC"/>
                <a:cs typeface="PingFang SC"/>
              </a:rPr>
              <a:t>回传</a:t>
            </a:r>
          </a:p>
        </p:txBody>
      </p:sp>
      <p:cxnSp>
        <p:nvCxnSpPr>
          <p:cNvPr id="57" name="v2-sequence-message-3">
            <a:extLst xmlns:a="http://schemas.openxmlformats.org/drawingml/2006/main">
              <a:ext uri="{FF2B5EF4-FFF2-40B4-BE49-F238E27FC236}">
                <a16:creationId xmlns:a16="http://schemas.microsoft.com/office/drawing/2014/main" id="{9DF91143-97D6-4899-99C8-89E78C2B7E36}"/>
              </a:ext>
            </a:extLst>
          </p:cNvPr>
          <p:cNvCxnSpPr/>
          <p:nvPr/>
        </p:nvCxnSpPr>
        <p:spPr>
          <a:xfrm xmlns:a="http://schemas.openxmlformats.org/drawingml/2006/main" flipH="1">
            <a:off x="9410700" y="4762500"/>
            <a:ext cx="1028700" cy="0"/>
          </a:xfrm>
          <a:prstGeom xmlns:a="http://schemas.openxmlformats.org/drawingml/2006/main" prst="straightConnector1">
            <a:avLst/>
          </a:prstGeom>
          <a:ln xmlns:a="http://schemas.openxmlformats.org/drawingml/2006/main" w="12383">
            <a:solidFill>
              <a:srgbClr val="99B8B5"/>
            </a:solidFill>
            <a:tailEnd type="triangle" w="sm" len="sm"/>
          </a:ln>
        </p:spPr>
      </p:cxnSp>
      <p:sp>
        <p:nvSpPr>
          <p:cNvPr id="58" name="v2-sequence-message-label-3">
            <a:extLst xmlns:a="http://schemas.openxmlformats.org/drawingml/2006/main">
              <a:ext uri="{FF2B5EF4-FFF2-40B4-BE49-F238E27FC236}">
                <a16:creationId xmlns:a16="http://schemas.microsoft.com/office/drawing/2014/main" id="{65842A69-DFE3-46FB-A138-F416E8E96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4543425"/>
            <a:ext cx="685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275" b="0">
                <a:solidFill>
                  <a:srgbClr val="647B80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275" b="0">
                <a:solidFill>
                  <a:srgbClr val="647B80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275" b="0">
                <a:solidFill>
                  <a:srgbClr val="647B80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275" b="0">
                <a:solidFill>
                  <a:srgbClr val="647B80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275" b="0">
                <a:solidFill>
                  <a:srgbClr val="647B80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275" b="0">
                <a:solidFill>
                  <a:srgbClr val="647B80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275" b="0">
                <a:solidFill>
                  <a:srgbClr val="647B80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275" b="0">
                <a:solidFill>
                  <a:srgbClr val="647B80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275" b="0">
                <a:solidFill>
                  <a:srgbClr val="647B80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275" b="0">
                <a:solidFill>
                  <a:srgbClr val="647B80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275" b="0">
                <a:solidFill>
                  <a:srgbClr val="647B80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647B80"/>
                </a:solidFill>
                <a:latin typeface="PingFang SC"/>
                <a:ea typeface="PingFang SC"/>
                <a:cs typeface="PingFang SC"/>
              </a:rPr>
              <a:t>确认</a:t>
            </a:r>
          </a:p>
        </p:txBody>
      </p:sp>
      <p:sp>
        <p:nvSpPr>
          <p:cNvPr id="59" name="v2-results-rule">
            <a:extLst xmlns:a="http://schemas.openxmlformats.org/drawingml/2006/main">
              <a:ext uri="{FF2B5EF4-FFF2-40B4-BE49-F238E27FC236}">
                <a16:creationId xmlns:a16="http://schemas.microsoft.com/office/drawing/2014/main" id="{13F35A2D-8C66-4DD3-AB47-B87240D57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5114925"/>
            <a:ext cx="11430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6E3"/>
            </a:solidFill>
            <a:prstDash val="solid"/>
          </a:ln>
        </p:spPr>
      </p:sp>
      <p:sp>
        <p:nvSpPr>
          <p:cNvPr id="60" name="v2-results-heading">
            <a:extLst xmlns:a="http://schemas.openxmlformats.org/drawingml/2006/main">
              <a:ext uri="{FF2B5EF4-FFF2-40B4-BE49-F238E27FC236}">
                <a16:creationId xmlns:a16="http://schemas.microsoft.com/office/drawing/2014/main" id="{91D24EE5-8777-4B81-95BC-64D589BA7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5248275"/>
            <a:ext cx="723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1">
                <a:solidFill>
                  <a:srgbClr val="177E80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800" b="1">
                <a:solidFill>
                  <a:srgbClr val="177E80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800" b="1">
                <a:solidFill>
                  <a:srgbClr val="177E80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800" b="1">
                <a:solidFill>
                  <a:srgbClr val="177E80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800" b="1">
                <a:solidFill>
                  <a:srgbClr val="177E80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800" b="1">
                <a:solidFill>
                  <a:srgbClr val="177E80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800" b="1">
                <a:solidFill>
                  <a:srgbClr val="177E80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800" b="1">
                <a:solidFill>
                  <a:srgbClr val="177E80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800" b="1">
                <a:solidFill>
                  <a:srgbClr val="177E80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800" b="1">
                <a:solidFill>
                  <a:srgbClr val="177E80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177E80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177E80"/>
                </a:solidFill>
                <a:latin typeface="PingFang SC"/>
                <a:ea typeface="PingFang SC"/>
                <a:cs typeface="PingFang SC"/>
              </a:rPr>
              <a:t>成果输出 / 效果</a:t>
            </a:r>
          </a:p>
        </p:txBody>
      </p:sp>
      <p:sp>
        <p:nvSpPr>
          <p:cNvPr id="61" name="v2-code-heading">
            <a:extLst xmlns:a="http://schemas.openxmlformats.org/drawingml/2006/main">
              <a:ext uri="{FF2B5EF4-FFF2-40B4-BE49-F238E27FC236}">
                <a16:creationId xmlns:a16="http://schemas.microsoft.com/office/drawing/2014/main" id="{505D718A-C390-430E-8240-476DEE69B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5676900"/>
            <a:ext cx="2628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1">
                <a:solidFill>
                  <a:srgbClr val="203C43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500" b="1">
                <a:solidFill>
                  <a:srgbClr val="203C43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500" b="1">
                <a:solidFill>
                  <a:srgbClr val="203C43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500" b="1">
                <a:solidFill>
                  <a:srgbClr val="203C43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500" b="1">
                <a:solidFill>
                  <a:srgbClr val="203C43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500" b="1">
                <a:solidFill>
                  <a:srgbClr val="203C43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500" b="1">
                <a:solidFill>
                  <a:srgbClr val="203C43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500" b="1">
                <a:solidFill>
                  <a:srgbClr val="203C43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500" b="1">
                <a:solidFill>
                  <a:srgbClr val="203C43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500" b="1">
                <a:solidFill>
                  <a:srgbClr val="203C43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203C43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203C43"/>
                </a:solidFill>
                <a:latin typeface="PingFang SC"/>
                <a:ea typeface="PingFang SC"/>
                <a:cs typeface="PingFang SC"/>
              </a:rPr>
              <a:t>代码量与模块</a:t>
            </a:r>
          </a:p>
        </p:txBody>
      </p:sp>
      <p:sp>
        <p:nvSpPr>
          <p:cNvPr id="62" name="v2-code-values">
            <a:extLst xmlns:a="http://schemas.openxmlformats.org/drawingml/2006/main">
              <a:ext uri="{FF2B5EF4-FFF2-40B4-BE49-F238E27FC236}">
                <a16:creationId xmlns:a16="http://schemas.microsoft.com/office/drawing/2014/main" id="{D89200A2-99FC-42A0-B1E8-5762B5851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019800"/>
            <a:ext cx="26289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88" b="0">
                <a:solidFill>
                  <a:srgbClr val="203C43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388" b="0">
                <a:solidFill>
                  <a:srgbClr val="203C43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388" b="0">
                <a:solidFill>
                  <a:srgbClr val="203C43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388" b="0">
                <a:solidFill>
                  <a:srgbClr val="203C43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388" b="0">
                <a:solidFill>
                  <a:srgbClr val="203C43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388" b="0">
                <a:solidFill>
                  <a:srgbClr val="203C43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388" b="0">
                <a:solidFill>
                  <a:srgbClr val="203C43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388" b="0">
                <a:solidFill>
                  <a:srgbClr val="203C43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388" b="0">
                <a:solidFill>
                  <a:srgbClr val="203C43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388" b="0">
                <a:solidFill>
                  <a:srgbClr val="203C43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388" b="0">
                <a:solidFill>
                  <a:srgbClr val="203C43"/>
                </a:solidFill>
                <a:latin typeface="PingFang SC"/>
                <a:ea typeface="PingFang SC"/>
                <a:cs typeface="PingFang SC"/>
              </a:defRPr>
            </a:pPr>
            <a:r>
              <a:rPr sz="1388" b="0">
                <a:solidFill>
                  <a:srgbClr val="203C43"/>
                </a:solidFill>
                <a:latin typeface="PingFang SC"/>
                <a:ea typeface="PingFang SC"/>
                <a:cs typeface="PingFang SC"/>
              </a:rPr>
              <a:t>有效代码：〔行数〕行</a:t>
            </a:r>
          </a:p>
          <a:p xmlns:a="http://schemas.openxmlformats.org/drawingml/2006/main">
            <a:pPr algn="l">
              <a:defRPr sz="1388" b="0">
                <a:solidFill>
                  <a:srgbClr val="203C43"/>
                </a:solidFill>
                <a:latin typeface="PingFang SC"/>
                <a:ea typeface="PingFang SC"/>
                <a:cs typeface="PingFang SC"/>
              </a:defRPr>
            </a:pPr>
            <a:r>
              <a:rPr sz="1388" b="0">
                <a:solidFill>
                  <a:srgbClr val="203C43"/>
                </a:solidFill>
                <a:latin typeface="PingFang SC"/>
                <a:ea typeface="PingFang SC"/>
                <a:cs typeface="PingFang SC"/>
              </a:rPr>
              <a:t>核心模块：〔数量〕个</a:t>
            </a:r>
          </a:p>
        </p:txBody>
      </p:sp>
      <p:sp>
        <p:nvSpPr>
          <p:cNvPr id="63" name="v2-efficiency-heading">
            <a:extLst xmlns:a="http://schemas.openxmlformats.org/drawingml/2006/main">
              <a:ext uri="{FF2B5EF4-FFF2-40B4-BE49-F238E27FC236}">
                <a16:creationId xmlns:a16="http://schemas.microsoft.com/office/drawing/2014/main" id="{6657BB91-DAD9-43D6-A31A-ED4D4B217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5676900"/>
            <a:ext cx="4438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1">
                <a:solidFill>
                  <a:srgbClr val="203C43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500" b="1">
                <a:solidFill>
                  <a:srgbClr val="203C43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500" b="1">
                <a:solidFill>
                  <a:srgbClr val="203C43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500" b="1">
                <a:solidFill>
                  <a:srgbClr val="203C43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500" b="1">
                <a:solidFill>
                  <a:srgbClr val="203C43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500" b="1">
                <a:solidFill>
                  <a:srgbClr val="203C43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500" b="1">
                <a:solidFill>
                  <a:srgbClr val="203C43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500" b="1">
                <a:solidFill>
                  <a:srgbClr val="203C43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500" b="1">
                <a:solidFill>
                  <a:srgbClr val="203C43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500" b="1">
                <a:solidFill>
                  <a:srgbClr val="203C43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203C43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203C43"/>
                </a:solidFill>
                <a:latin typeface="PingFang SC"/>
                <a:ea typeface="PingFang SC"/>
                <a:cs typeface="PingFang SC"/>
              </a:rPr>
              <a:t>效率提升</a:t>
            </a:r>
          </a:p>
        </p:txBody>
      </p:sp>
      <p:sp>
        <p:nvSpPr>
          <p:cNvPr id="64" name="v2-efficiency-values">
            <a:extLst xmlns:a="http://schemas.openxmlformats.org/drawingml/2006/main">
              <a:ext uri="{FF2B5EF4-FFF2-40B4-BE49-F238E27FC236}">
                <a16:creationId xmlns:a16="http://schemas.microsoft.com/office/drawing/2014/main" id="{4EC8FB91-B532-4E7C-8E01-117C9A028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6019800"/>
            <a:ext cx="44386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203C43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350" b="0">
                <a:solidFill>
                  <a:srgbClr val="203C43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350" b="0">
                <a:solidFill>
                  <a:srgbClr val="203C43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350" b="0">
                <a:solidFill>
                  <a:srgbClr val="203C43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350" b="0">
                <a:solidFill>
                  <a:srgbClr val="203C43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350" b="0">
                <a:solidFill>
                  <a:srgbClr val="203C43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350" b="0">
                <a:solidFill>
                  <a:srgbClr val="203C43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350" b="0">
                <a:solidFill>
                  <a:srgbClr val="203C43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350" b="0">
                <a:solidFill>
                  <a:srgbClr val="203C43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350" b="0">
                <a:solidFill>
                  <a:srgbClr val="203C43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203C43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203C43"/>
                </a:solidFill>
                <a:latin typeface="PingFang SC"/>
                <a:ea typeface="PingFang SC"/>
                <a:cs typeface="PingFang SC"/>
              </a:rPr>
              <a:t>优化前〔X〕 → 优化后〔Y〕分钟 / 条</a:t>
            </a:r>
          </a:p>
          <a:p xmlns:a="http://schemas.openxmlformats.org/drawingml/2006/main">
            <a:pPr algn="l">
              <a:defRPr sz="1350" b="0">
                <a:solidFill>
                  <a:srgbClr val="203C43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203C43"/>
                </a:solidFill>
                <a:latin typeface="PingFang SC"/>
                <a:ea typeface="PingFang SC"/>
                <a:cs typeface="PingFang SC"/>
              </a:rPr>
              <a:t>耗时下降〔%〕 · 同口径样本〔N〕条</a:t>
            </a:r>
          </a:p>
        </p:txBody>
      </p:sp>
      <p:sp>
        <p:nvSpPr>
          <p:cNvPr id="65" name="v2-webpage-heading">
            <a:extLst xmlns:a="http://schemas.openxmlformats.org/drawingml/2006/main">
              <a:ext uri="{FF2B5EF4-FFF2-40B4-BE49-F238E27FC236}">
                <a16:creationId xmlns:a16="http://schemas.microsoft.com/office/drawing/2014/main" id="{608E26B8-95F5-4106-AFA9-19F9483C7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5286375"/>
            <a:ext cx="3619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1">
                <a:solidFill>
                  <a:srgbClr val="203C43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500" b="1">
                <a:solidFill>
                  <a:srgbClr val="203C43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500" b="1">
                <a:solidFill>
                  <a:srgbClr val="203C43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500" b="1">
                <a:solidFill>
                  <a:srgbClr val="203C43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500" b="1">
                <a:solidFill>
                  <a:srgbClr val="203C43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500" b="1">
                <a:solidFill>
                  <a:srgbClr val="203C43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500" b="1">
                <a:solidFill>
                  <a:srgbClr val="203C43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500" b="1">
                <a:solidFill>
                  <a:srgbClr val="203C43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500" b="1">
                <a:solidFill>
                  <a:srgbClr val="203C43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500" b="1">
                <a:solidFill>
                  <a:srgbClr val="203C43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203C43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203C43"/>
                </a:solidFill>
                <a:latin typeface="PingFang SC"/>
                <a:ea typeface="PingFang SC"/>
                <a:cs typeface="PingFang SC"/>
              </a:rPr>
              <a:t>网页展示</a:t>
            </a:r>
          </a:p>
        </p:txBody>
      </p:sp>
      <p:sp>
        <p:nvSpPr>
          <p:cNvPr id="66" name="v2-webpage-placeholder">
            <a:extLst xmlns:a="http://schemas.openxmlformats.org/drawingml/2006/main">
              <a:ext uri="{FF2B5EF4-FFF2-40B4-BE49-F238E27FC236}">
                <a16:creationId xmlns:a16="http://schemas.microsoft.com/office/drawing/2014/main" id="{BD560F5D-17E5-41C9-8843-29C4B63CF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5610225"/>
            <a:ext cx="3619500" cy="866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9F8"/>
          </a:solidFill>
          <a:ln xmlns:a="http://schemas.openxmlformats.org/drawingml/2006/main" w="9525">
            <a:solidFill>
              <a:srgbClr val="DCE6E3"/>
            </a:solidFill>
            <a:prstDash val="dash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275" b="0">
                <a:solidFill>
                  <a:srgbClr val="647B80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275" b="0">
                <a:solidFill>
                  <a:srgbClr val="647B80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275" b="0">
                <a:solidFill>
                  <a:srgbClr val="647B80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275" b="0">
                <a:solidFill>
                  <a:srgbClr val="647B80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275" b="0">
                <a:solidFill>
                  <a:srgbClr val="647B80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275" b="0">
                <a:solidFill>
                  <a:srgbClr val="647B80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275" b="0">
                <a:solidFill>
                  <a:srgbClr val="647B80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275" b="0">
                <a:solidFill>
                  <a:srgbClr val="647B80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275" b="0">
                <a:solidFill>
                  <a:srgbClr val="647B80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275" b="0">
                <a:solidFill>
                  <a:srgbClr val="647B80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275" b="1">
                <a:solidFill>
                  <a:srgbClr val="203C43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647B80"/>
                </a:solidFill>
                <a:latin typeface="PingFang SC"/>
                <a:ea typeface="PingFang SC"/>
                <a:cs typeface="PingFang SC"/>
              </a:rPr>
              <a:t>〔插入系统网页截图，标注关键页面与功能〕</a:t>
            </a:r>
          </a:p>
        </p:txBody>
      </p:sp>
      <p:sp>
        <p:nvSpPr>
          <p:cNvPr id="67" name="v2-note">
            <a:extLst xmlns:a="http://schemas.openxmlformats.org/drawingml/2006/main">
              <a:ext uri="{FF2B5EF4-FFF2-40B4-BE49-F238E27FC236}">
                <a16:creationId xmlns:a16="http://schemas.microsoft.com/office/drawing/2014/main" id="{DEAB70EF-E692-4A1E-B09F-3913325FF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648450"/>
            <a:ext cx="685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647B80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050" b="0">
                <a:solidFill>
                  <a:srgbClr val="647B80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050" b="0">
                <a:solidFill>
                  <a:srgbClr val="647B80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050" b="0">
                <a:solidFill>
                  <a:srgbClr val="647B80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050" b="0">
                <a:solidFill>
                  <a:srgbClr val="647B80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050" b="0">
                <a:solidFill>
                  <a:srgbClr val="647B80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050" b="0">
                <a:solidFill>
                  <a:srgbClr val="647B80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050" b="0">
                <a:solidFill>
                  <a:srgbClr val="647B80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050" b="0">
                <a:solidFill>
                  <a:srgbClr val="647B80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050" b="0">
                <a:solidFill>
                  <a:srgbClr val="647B80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647B80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647B80"/>
                </a:solidFill>
                <a:latin typeface="PingFang SC"/>
                <a:ea typeface="PingFang SC"/>
                <a:cs typeface="PingFang SC"/>
              </a:rPr>
              <a:t>图示为方案示意，数据与截图待填写</a:t>
            </a:r>
          </a:p>
        </p:txBody>
      </p:sp>
      <p:sp>
        <p:nvSpPr>
          <p:cNvPr id="68" name="v2-footer">
            <a:extLst xmlns:a="http://schemas.openxmlformats.org/drawingml/2006/main">
              <a:ext uri="{FF2B5EF4-FFF2-40B4-BE49-F238E27FC236}">
                <a16:creationId xmlns:a16="http://schemas.microsoft.com/office/drawing/2014/main" id="{FB2B44C4-E528-4D02-A18C-E36CC9070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6648450"/>
            <a:ext cx="428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050" b="0">
                <a:solidFill>
                  <a:srgbClr val="647B80"/>
                </a:solidFill>
                <a:latin typeface="PingFang SC"/>
                <a:ea typeface="PingFang SC"/>
                <a:cs typeface="PingFang SC"/>
              </a:defRPr>
            </a:defPPr>
            <a:lvl1pPr algn="r">
              <a:defRPr sz="1050" b="0">
                <a:solidFill>
                  <a:srgbClr val="647B80"/>
                </a:solidFill>
                <a:latin typeface="PingFang SC"/>
                <a:ea typeface="PingFang SC"/>
                <a:cs typeface="PingFang SC"/>
              </a:defRPr>
            </a:lvl1pPr>
            <a:lvl2pPr algn="r">
              <a:defRPr sz="1050" b="0">
                <a:solidFill>
                  <a:srgbClr val="647B80"/>
                </a:solidFill>
                <a:latin typeface="PingFang SC"/>
                <a:ea typeface="PingFang SC"/>
                <a:cs typeface="PingFang SC"/>
              </a:defRPr>
            </a:lvl2pPr>
            <a:lvl3pPr algn="r">
              <a:defRPr sz="1050" b="0">
                <a:solidFill>
                  <a:srgbClr val="647B80"/>
                </a:solidFill>
                <a:latin typeface="PingFang SC"/>
                <a:ea typeface="PingFang SC"/>
                <a:cs typeface="PingFang SC"/>
              </a:defRPr>
            </a:lvl3pPr>
            <a:lvl4pPr algn="r">
              <a:defRPr sz="1050" b="0">
                <a:solidFill>
                  <a:srgbClr val="647B80"/>
                </a:solidFill>
                <a:latin typeface="PingFang SC"/>
                <a:ea typeface="PingFang SC"/>
                <a:cs typeface="PingFang SC"/>
              </a:defRPr>
            </a:lvl4pPr>
            <a:lvl5pPr algn="r">
              <a:defRPr sz="1050" b="0">
                <a:solidFill>
                  <a:srgbClr val="647B80"/>
                </a:solidFill>
                <a:latin typeface="PingFang SC"/>
                <a:ea typeface="PingFang SC"/>
                <a:cs typeface="PingFang SC"/>
              </a:defRPr>
            </a:lvl5pPr>
            <a:lvl6pPr algn="r">
              <a:defRPr sz="1050" b="0">
                <a:solidFill>
                  <a:srgbClr val="647B80"/>
                </a:solidFill>
                <a:latin typeface="PingFang SC"/>
                <a:ea typeface="PingFang SC"/>
                <a:cs typeface="PingFang SC"/>
              </a:defRPr>
            </a:lvl6pPr>
            <a:lvl7pPr algn="r">
              <a:defRPr sz="1050" b="0">
                <a:solidFill>
                  <a:srgbClr val="647B80"/>
                </a:solidFill>
                <a:latin typeface="PingFang SC"/>
                <a:ea typeface="PingFang SC"/>
                <a:cs typeface="PingFang SC"/>
              </a:defRPr>
            </a:lvl7pPr>
            <a:lvl8pPr algn="r">
              <a:defRPr sz="1050" b="0">
                <a:solidFill>
                  <a:srgbClr val="647B80"/>
                </a:solidFill>
                <a:latin typeface="PingFang SC"/>
                <a:ea typeface="PingFang SC"/>
                <a:cs typeface="PingFang SC"/>
              </a:defRPr>
            </a:lvl8pPr>
            <a:lvl9pPr algn="r">
              <a:defRPr sz="1050" b="0">
                <a:solidFill>
                  <a:srgbClr val="647B80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r">
              <a:defRPr sz="1050" b="0">
                <a:solidFill>
                  <a:srgbClr val="647B80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647B80"/>
                </a:solidFill>
                <a:latin typeface="PingFang SC"/>
                <a:ea typeface="PingFang SC"/>
                <a:cs typeface="PingFang SC"/>
              </a:rPr>
              <a:t>汇报人：〔姓名〕  |  日期：〔日期〕</a:t>
            </a:r>
          </a:p>
        </p:txBody>
      </p:sp>
    </p:spTree>
    <p:extLst>
      <p:ext uri="{BB962C8B-B14F-4D97-AF65-F5344CB8AC3E}">
        <p14:creationId xmlns:p14="http://schemas.microsoft.com/office/powerpoint/2010/main" val="177012142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541C14D-105C-42DC-94DD-F430DEA2935B}"/>
              </a:ext>
            </a:extLst>
          </p:cNvPr>
          <p:cNvCxnSpPr>
            <a:stCxn xmlns:a="http://schemas.openxmlformats.org/drawingml/2006/main" id="30" idx="2"/>
            <a:endCxn xmlns:a="http://schemas.openxmlformats.org/drawingml/2006/main" id="33" idx="0"/>
          </p:cNvCxnSpPr>
          <p:nvPr/>
        </p:nvCxnSpPr>
        <p:spPr>
          <a:xfrm xmlns:a="http://schemas.openxmlformats.org/drawingml/2006/main">
            <a:off x="6000750" y="3838575"/>
            <a:ext cx="0" cy="152400"/>
          </a:xfrm>
          <a:prstGeom xmlns:a="http://schemas.openxmlformats.org/drawingml/2006/main" prst="straightConnector1">
            <a:avLst/>
          </a:prstGeom>
          <a:ln xmlns:a="http://schemas.openxmlformats.org/drawingml/2006/main" w="12383">
            <a:solidFill>
              <a:srgbClr val="C6AD96"/>
            </a:solidFill>
            <a:tailEnd type="triangle" w="sm" len="sm"/>
          </a:ln>
        </p:spPr>
      </p:cxnSp>
      <p:cxnSp>
        <p:nvCxn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93DA478-707E-4547-9198-661F46629404}"/>
              </a:ext>
            </a:extLst>
          </p:cNvPr>
          <p:cNvCxnSpPr>
            <a:stCxn xmlns:a="http://schemas.openxmlformats.org/drawingml/2006/main" id="27" idx="2"/>
            <a:endCxn xmlns:a="http://schemas.openxmlformats.org/drawingml/2006/main" id="30" idx="0"/>
          </p:cNvCxnSpPr>
          <p:nvPr/>
        </p:nvCxnSpPr>
        <p:spPr>
          <a:xfrm xmlns:a="http://schemas.openxmlformats.org/drawingml/2006/main">
            <a:off x="6000750" y="3076575"/>
            <a:ext cx="0" cy="152400"/>
          </a:xfrm>
          <a:prstGeom xmlns:a="http://schemas.openxmlformats.org/drawingml/2006/main" prst="straightConnector1">
            <a:avLst/>
          </a:prstGeom>
          <a:ln xmlns:a="http://schemas.openxmlformats.org/drawingml/2006/main" w="12383">
            <a:solidFill>
              <a:srgbClr val="C6AD96"/>
            </a:solidFill>
            <a:tailEnd type="triangle" w="sm" len="sm"/>
          </a:ln>
        </p:spPr>
      </p:cxnSp>
      <p:cxnSp>
        <p:nvCxn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B885D42-0576-426E-ACCC-EC5621FD98E5}"/>
              </a:ext>
            </a:extLst>
          </p:cNvPr>
          <p:cNvCxnSpPr>
            <a:stCxn xmlns:a="http://schemas.openxmlformats.org/drawingml/2006/main" id="16" idx="3"/>
            <a:endCxn xmlns:a="http://schemas.openxmlformats.org/drawingml/2006/main" id="17" idx="1"/>
          </p:cNvCxnSpPr>
          <p:nvPr/>
        </p:nvCxnSpPr>
        <p:spPr>
          <a:xfrm xmlns:a="http://schemas.openxmlformats.org/drawingml/2006/main">
            <a:off x="9860280" y="1371600"/>
            <a:ext cx="274320" cy="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C6AD96"/>
            </a:solidFill>
            <a:tailEnd type="triangle" w="sm" len="sm"/>
          </a:ln>
        </p:spPr>
      </p:cxnSp>
      <p:cxnSp>
        <p:nvCxn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991032D-E55A-468E-8D4F-BE2B15BC431F}"/>
              </a:ext>
            </a:extLst>
          </p:cNvPr>
          <p:cNvCxnSpPr>
            <a:stCxn xmlns:a="http://schemas.openxmlformats.org/drawingml/2006/main" id="15" idx="3"/>
            <a:endCxn xmlns:a="http://schemas.openxmlformats.org/drawingml/2006/main" id="16" idx="1"/>
          </p:cNvCxnSpPr>
          <p:nvPr/>
        </p:nvCxnSpPr>
        <p:spPr>
          <a:xfrm xmlns:a="http://schemas.openxmlformats.org/drawingml/2006/main">
            <a:off x="7909560" y="1371600"/>
            <a:ext cx="274320" cy="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C6AD96"/>
            </a:solidFill>
            <a:tailEnd type="triangle" w="sm" len="sm"/>
          </a:ln>
        </p:spPr>
      </p:cxnSp>
      <p:cxnSp>
        <p:nvCxn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A551C7B-BE73-4510-A55D-7355BB3E55A6}"/>
              </a:ext>
            </a:extLst>
          </p:cNvPr>
          <p:cNvCxnSpPr>
            <a:stCxn xmlns:a="http://schemas.openxmlformats.org/drawingml/2006/main" id="14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>
            <a:off x="5958840" y="1371600"/>
            <a:ext cx="274320" cy="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C6AD96"/>
            </a:solidFill>
            <a:tailEnd type="triangle" w="sm" len="sm"/>
          </a:ln>
        </p:spPr>
      </p:cxnSp>
      <p:cxnSp>
        <p:nvCxn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8F081F1-DC19-486B-BE21-432392D860C3}"/>
              </a:ext>
            </a:extLst>
          </p:cNvPr>
          <p:cNvCxnSpPr>
            <a:stCxn xmlns:a="http://schemas.openxmlformats.org/drawingml/2006/main" id="13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>
            <a:off x="4008120" y="1371600"/>
            <a:ext cx="274320" cy="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C6AD96"/>
            </a:solidFill>
            <a:tailEnd type="triangle" w="sm" len="sm"/>
          </a:ln>
        </p:spPr>
      </p:cxnSp>
      <p:cxnSp>
        <p:nvCxn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5BA4587-4A08-4FCD-804F-686B6820C478}"/>
              </a:ext>
            </a:extLst>
          </p:cNvPr>
          <p:cNvCxnSpPr>
            <a:stCxn xmlns:a="http://schemas.openxmlformats.org/drawingml/2006/main" id="12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2057400" y="1371600"/>
            <a:ext cx="274320" cy="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C6AD96"/>
            </a:solidFill>
            <a:tailEnd type="triangle" w="sm" len="sm"/>
          </a:ln>
        </p:spPr>
      </p:cxnSp>
      <p:sp>
        <p:nvSpPr>
          <p:cNvPr id="9" name="v3-title">
            <a:extLst xmlns:a="http://schemas.openxmlformats.org/drawingml/2006/main">
              <a:ext uri="{FF2B5EF4-FFF2-40B4-BE49-F238E27FC236}">
                <a16:creationId xmlns:a16="http://schemas.microsoft.com/office/drawing/2014/main" id="{125F6FFA-FCA5-4139-B743-11BE614E8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47650"/>
            <a:ext cx="8572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273C4D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3300" b="1">
                <a:solidFill>
                  <a:srgbClr val="273C4D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3300" b="1">
                <a:solidFill>
                  <a:srgbClr val="273C4D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3300" b="1">
                <a:solidFill>
                  <a:srgbClr val="273C4D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3300" b="1">
                <a:solidFill>
                  <a:srgbClr val="273C4D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3300" b="1">
                <a:solidFill>
                  <a:srgbClr val="273C4D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3300" b="1">
                <a:solidFill>
                  <a:srgbClr val="273C4D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3300" b="1">
                <a:solidFill>
                  <a:srgbClr val="273C4D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3300" b="1">
                <a:solidFill>
                  <a:srgbClr val="273C4D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3300" b="1">
                <a:solidFill>
                  <a:srgbClr val="273C4D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273C4D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273C4D"/>
                </a:solidFill>
                <a:latin typeface="PingFang SC"/>
                <a:ea typeface="PingFang SC"/>
                <a:cs typeface="PingFang SC"/>
              </a:rPr>
              <a:t>漏洞治理流程</a:t>
            </a:r>
          </a:p>
        </p:txBody>
      </p:sp>
      <p:sp>
        <p:nvSpPr>
          <p:cNvPr id="10" name="v3-type">
            <a:extLst xmlns:a="http://schemas.openxmlformats.org/drawingml/2006/main">
              <a:ext uri="{FF2B5EF4-FFF2-40B4-BE49-F238E27FC236}">
                <a16:creationId xmlns:a16="http://schemas.microsoft.com/office/drawing/2014/main" id="{98F3E52E-D850-492E-9DBC-2340EB683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00050"/>
            <a:ext cx="3524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650" b="1">
                <a:solidFill>
                  <a:srgbClr val="A96230"/>
                </a:solidFill>
                <a:latin typeface="PingFang SC"/>
                <a:ea typeface="PingFang SC"/>
                <a:cs typeface="PingFang SC"/>
              </a:defRPr>
            </a:defPPr>
            <a:lvl1pPr algn="r">
              <a:defRPr sz="1650" b="1">
                <a:solidFill>
                  <a:srgbClr val="A96230"/>
                </a:solidFill>
                <a:latin typeface="PingFang SC"/>
                <a:ea typeface="PingFang SC"/>
                <a:cs typeface="PingFang SC"/>
              </a:defRPr>
            </a:lvl1pPr>
            <a:lvl2pPr algn="r">
              <a:defRPr sz="1650" b="1">
                <a:solidFill>
                  <a:srgbClr val="A96230"/>
                </a:solidFill>
                <a:latin typeface="PingFang SC"/>
                <a:ea typeface="PingFang SC"/>
                <a:cs typeface="PingFang SC"/>
              </a:defRPr>
            </a:lvl2pPr>
            <a:lvl3pPr algn="r">
              <a:defRPr sz="1650" b="1">
                <a:solidFill>
                  <a:srgbClr val="A96230"/>
                </a:solidFill>
                <a:latin typeface="PingFang SC"/>
                <a:ea typeface="PingFang SC"/>
                <a:cs typeface="PingFang SC"/>
              </a:defRPr>
            </a:lvl3pPr>
            <a:lvl4pPr algn="r">
              <a:defRPr sz="1650" b="1">
                <a:solidFill>
                  <a:srgbClr val="A96230"/>
                </a:solidFill>
                <a:latin typeface="PingFang SC"/>
                <a:ea typeface="PingFang SC"/>
                <a:cs typeface="PingFang SC"/>
              </a:defRPr>
            </a:lvl4pPr>
            <a:lvl5pPr algn="r">
              <a:defRPr sz="1650" b="1">
                <a:solidFill>
                  <a:srgbClr val="A96230"/>
                </a:solidFill>
                <a:latin typeface="PingFang SC"/>
                <a:ea typeface="PingFang SC"/>
                <a:cs typeface="PingFang SC"/>
              </a:defRPr>
            </a:lvl5pPr>
            <a:lvl6pPr algn="r">
              <a:defRPr sz="1650" b="1">
                <a:solidFill>
                  <a:srgbClr val="A96230"/>
                </a:solidFill>
                <a:latin typeface="PingFang SC"/>
                <a:ea typeface="PingFang SC"/>
                <a:cs typeface="PingFang SC"/>
              </a:defRPr>
            </a:lvl6pPr>
            <a:lvl7pPr algn="r">
              <a:defRPr sz="1650" b="1">
                <a:solidFill>
                  <a:srgbClr val="A96230"/>
                </a:solidFill>
                <a:latin typeface="PingFang SC"/>
                <a:ea typeface="PingFang SC"/>
                <a:cs typeface="PingFang SC"/>
              </a:defRPr>
            </a:lvl7pPr>
            <a:lvl8pPr algn="r">
              <a:defRPr sz="1650" b="1">
                <a:solidFill>
                  <a:srgbClr val="A96230"/>
                </a:solidFill>
                <a:latin typeface="PingFang SC"/>
                <a:ea typeface="PingFang SC"/>
                <a:cs typeface="PingFang SC"/>
              </a:defRPr>
            </a:lvl8pPr>
            <a:lvl9pPr algn="r">
              <a:defRPr sz="1650" b="1">
                <a:solidFill>
                  <a:srgbClr val="A96230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r">
              <a:defRPr sz="1650" b="1">
                <a:solidFill>
                  <a:srgbClr val="A96230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A96230"/>
                </a:solidFill>
                <a:latin typeface="PingFang SC"/>
                <a:ea typeface="PingFang SC"/>
                <a:cs typeface="PingFang SC"/>
              </a:rPr>
              <a:t>中期汇报 · 方案三</a:t>
            </a:r>
          </a:p>
        </p:txBody>
      </p:sp>
      <p:sp>
        <p:nvSpPr>
          <p:cNvPr id="11" name="v3-flow-heading">
            <a:extLst xmlns:a="http://schemas.openxmlformats.org/drawingml/2006/main">
              <a:ext uri="{FF2B5EF4-FFF2-40B4-BE49-F238E27FC236}">
                <a16:creationId xmlns:a16="http://schemas.microsoft.com/office/drawing/2014/main" id="{7E60AA46-2ECB-448E-820E-98131D4AF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895350"/>
            <a:ext cx="1143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1">
                <a:solidFill>
                  <a:srgbClr val="A96230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275" b="1">
                <a:solidFill>
                  <a:srgbClr val="A96230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275" b="1">
                <a:solidFill>
                  <a:srgbClr val="A96230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275" b="1">
                <a:solidFill>
                  <a:srgbClr val="A96230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275" b="1">
                <a:solidFill>
                  <a:srgbClr val="A96230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275" b="1">
                <a:solidFill>
                  <a:srgbClr val="A96230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275" b="1">
                <a:solidFill>
                  <a:srgbClr val="A96230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275" b="1">
                <a:solidFill>
                  <a:srgbClr val="A96230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275" b="1">
                <a:solidFill>
                  <a:srgbClr val="A96230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275" b="1">
                <a:solidFill>
                  <a:srgbClr val="A96230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275" b="1">
                <a:solidFill>
                  <a:srgbClr val="A96230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A96230"/>
                </a:solidFill>
                <a:latin typeface="PingFang SC"/>
                <a:ea typeface="PingFang SC"/>
                <a:cs typeface="PingFang SC"/>
              </a:rPr>
              <a:t>治理主线</a:t>
            </a:r>
          </a:p>
        </p:txBody>
      </p:sp>
      <p:sp>
        <p:nvSpPr>
          <p:cNvPr id="12" name="v3-flow-step-0">
            <a:extLst xmlns:a="http://schemas.openxmlformats.org/drawingml/2006/main">
              <a:ext uri="{FF2B5EF4-FFF2-40B4-BE49-F238E27FC236}">
                <a16:creationId xmlns:a16="http://schemas.microsoft.com/office/drawing/2014/main" id="{05022096-90B8-490B-AE40-883B882D4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171575"/>
            <a:ext cx="16764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0E9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725" b="1">
                <a:solidFill>
                  <a:srgbClr val="273C4D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725" b="1">
                <a:solidFill>
                  <a:srgbClr val="273C4D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725" b="1">
                <a:solidFill>
                  <a:srgbClr val="273C4D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725" b="1">
                <a:solidFill>
                  <a:srgbClr val="273C4D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725" b="1">
                <a:solidFill>
                  <a:srgbClr val="273C4D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725" b="1">
                <a:solidFill>
                  <a:srgbClr val="273C4D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725" b="1">
                <a:solidFill>
                  <a:srgbClr val="273C4D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725" b="1">
                <a:solidFill>
                  <a:srgbClr val="273C4D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725" b="1">
                <a:solidFill>
                  <a:srgbClr val="273C4D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725" b="1">
                <a:solidFill>
                  <a:srgbClr val="273C4D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725" b="1">
                <a:solidFill>
                  <a:srgbClr val="273C4D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273C4D"/>
                </a:solidFill>
                <a:latin typeface="PingFang SC"/>
                <a:ea typeface="PingFang SC"/>
                <a:cs typeface="PingFang SC"/>
              </a:rPr>
              <a:t>漏洞发现</a:t>
            </a:r>
          </a:p>
        </p:txBody>
      </p:sp>
      <p:sp>
        <p:nvSpPr>
          <p:cNvPr id="13" name="v3-flow-step-1">
            <a:extLst xmlns:a="http://schemas.openxmlformats.org/drawingml/2006/main">
              <a:ext uri="{FF2B5EF4-FFF2-40B4-BE49-F238E27FC236}">
                <a16:creationId xmlns:a16="http://schemas.microsoft.com/office/drawing/2014/main" id="{7FD0CB7A-1450-43A0-B007-0A7E83223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1720" y="1171575"/>
            <a:ext cx="16764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0E9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725" b="1">
                <a:solidFill>
                  <a:srgbClr val="273C4D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725" b="1">
                <a:solidFill>
                  <a:srgbClr val="273C4D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725" b="1">
                <a:solidFill>
                  <a:srgbClr val="273C4D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725" b="1">
                <a:solidFill>
                  <a:srgbClr val="273C4D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725" b="1">
                <a:solidFill>
                  <a:srgbClr val="273C4D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725" b="1">
                <a:solidFill>
                  <a:srgbClr val="273C4D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725" b="1">
                <a:solidFill>
                  <a:srgbClr val="273C4D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725" b="1">
                <a:solidFill>
                  <a:srgbClr val="273C4D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725" b="1">
                <a:solidFill>
                  <a:srgbClr val="273C4D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725" b="1">
                <a:solidFill>
                  <a:srgbClr val="273C4D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725" b="1">
                <a:solidFill>
                  <a:srgbClr val="273C4D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273C4D"/>
                </a:solidFill>
                <a:latin typeface="PingFang SC"/>
                <a:ea typeface="PingFang SC"/>
                <a:cs typeface="PingFang SC"/>
              </a:rPr>
              <a:t>确认归并</a:t>
            </a:r>
          </a:p>
        </p:txBody>
      </p:sp>
      <p:sp>
        <p:nvSpPr>
          <p:cNvPr id="14" name="v3-flow-step-2">
            <a:extLst xmlns:a="http://schemas.openxmlformats.org/drawingml/2006/main">
              <a:ext uri="{FF2B5EF4-FFF2-40B4-BE49-F238E27FC236}">
                <a16:creationId xmlns:a16="http://schemas.microsoft.com/office/drawing/2014/main" id="{9DB050C5-801F-4BD6-A634-4D2A77956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2440" y="1171575"/>
            <a:ext cx="16764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0E9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725" b="1">
                <a:solidFill>
                  <a:srgbClr val="273C4D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725" b="1">
                <a:solidFill>
                  <a:srgbClr val="273C4D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725" b="1">
                <a:solidFill>
                  <a:srgbClr val="273C4D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725" b="1">
                <a:solidFill>
                  <a:srgbClr val="273C4D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725" b="1">
                <a:solidFill>
                  <a:srgbClr val="273C4D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725" b="1">
                <a:solidFill>
                  <a:srgbClr val="273C4D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725" b="1">
                <a:solidFill>
                  <a:srgbClr val="273C4D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725" b="1">
                <a:solidFill>
                  <a:srgbClr val="273C4D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725" b="1">
                <a:solidFill>
                  <a:srgbClr val="273C4D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725" b="1">
                <a:solidFill>
                  <a:srgbClr val="273C4D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725" b="1">
                <a:solidFill>
                  <a:srgbClr val="273C4D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273C4D"/>
                </a:solidFill>
                <a:latin typeface="PingFang SC"/>
                <a:ea typeface="PingFang SC"/>
                <a:cs typeface="PingFang SC"/>
              </a:rPr>
              <a:t>风险评估</a:t>
            </a:r>
          </a:p>
        </p:txBody>
      </p:sp>
      <p:sp>
        <p:nvSpPr>
          <p:cNvPr id="15" name="v3-flow-step-3">
            <a:extLst xmlns:a="http://schemas.openxmlformats.org/drawingml/2006/main">
              <a:ext uri="{FF2B5EF4-FFF2-40B4-BE49-F238E27FC236}">
                <a16:creationId xmlns:a16="http://schemas.microsoft.com/office/drawing/2014/main" id="{9C7DC2A8-13FD-4D2E-93CA-8CEEC6A35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3160" y="1171575"/>
            <a:ext cx="16764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0E9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725" b="1">
                <a:solidFill>
                  <a:srgbClr val="273C4D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725" b="1">
                <a:solidFill>
                  <a:srgbClr val="273C4D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725" b="1">
                <a:solidFill>
                  <a:srgbClr val="273C4D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725" b="1">
                <a:solidFill>
                  <a:srgbClr val="273C4D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725" b="1">
                <a:solidFill>
                  <a:srgbClr val="273C4D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725" b="1">
                <a:solidFill>
                  <a:srgbClr val="273C4D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725" b="1">
                <a:solidFill>
                  <a:srgbClr val="273C4D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725" b="1">
                <a:solidFill>
                  <a:srgbClr val="273C4D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725" b="1">
                <a:solidFill>
                  <a:srgbClr val="273C4D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725" b="1">
                <a:solidFill>
                  <a:srgbClr val="273C4D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725" b="1">
                <a:solidFill>
                  <a:srgbClr val="273C4D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273C4D"/>
                </a:solidFill>
                <a:latin typeface="PingFang SC"/>
                <a:ea typeface="PingFang SC"/>
                <a:cs typeface="PingFang SC"/>
              </a:rPr>
              <a:t>分派修复</a:t>
            </a:r>
          </a:p>
        </p:txBody>
      </p:sp>
      <p:sp>
        <p:nvSpPr>
          <p:cNvPr id="16" name="v3-flow-step-4">
            <a:extLst xmlns:a="http://schemas.openxmlformats.org/drawingml/2006/main">
              <a:ext uri="{FF2B5EF4-FFF2-40B4-BE49-F238E27FC236}">
                <a16:creationId xmlns:a16="http://schemas.microsoft.com/office/drawing/2014/main" id="{30ACF634-8D6E-41A7-9FBB-A50B97A64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3880" y="1171575"/>
            <a:ext cx="16764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0E9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725" b="1">
                <a:solidFill>
                  <a:srgbClr val="273C4D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725" b="1">
                <a:solidFill>
                  <a:srgbClr val="273C4D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725" b="1">
                <a:solidFill>
                  <a:srgbClr val="273C4D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725" b="1">
                <a:solidFill>
                  <a:srgbClr val="273C4D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725" b="1">
                <a:solidFill>
                  <a:srgbClr val="273C4D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725" b="1">
                <a:solidFill>
                  <a:srgbClr val="273C4D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725" b="1">
                <a:solidFill>
                  <a:srgbClr val="273C4D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725" b="1">
                <a:solidFill>
                  <a:srgbClr val="273C4D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725" b="1">
                <a:solidFill>
                  <a:srgbClr val="273C4D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725" b="1">
                <a:solidFill>
                  <a:srgbClr val="273C4D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725" b="1">
                <a:solidFill>
                  <a:srgbClr val="273C4D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273C4D"/>
                </a:solidFill>
                <a:latin typeface="PingFang SC"/>
                <a:ea typeface="PingFang SC"/>
                <a:cs typeface="PingFang SC"/>
              </a:rPr>
              <a:t>复测验证</a:t>
            </a:r>
          </a:p>
        </p:txBody>
      </p:sp>
      <p:sp>
        <p:nvSpPr>
          <p:cNvPr id="17" name="v3-flow-step-5">
            <a:extLst xmlns:a="http://schemas.openxmlformats.org/drawingml/2006/main">
              <a:ext uri="{FF2B5EF4-FFF2-40B4-BE49-F238E27FC236}">
                <a16:creationId xmlns:a16="http://schemas.microsoft.com/office/drawing/2014/main" id="{DD83A5D4-785A-4E1B-B38F-763BEA1E2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0" y="1171575"/>
            <a:ext cx="16764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0E9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725" b="1">
                <a:solidFill>
                  <a:srgbClr val="273C4D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725" b="1">
                <a:solidFill>
                  <a:srgbClr val="273C4D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725" b="1">
                <a:solidFill>
                  <a:srgbClr val="273C4D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725" b="1">
                <a:solidFill>
                  <a:srgbClr val="273C4D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725" b="1">
                <a:solidFill>
                  <a:srgbClr val="273C4D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725" b="1">
                <a:solidFill>
                  <a:srgbClr val="273C4D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725" b="1">
                <a:solidFill>
                  <a:srgbClr val="273C4D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725" b="1">
                <a:solidFill>
                  <a:srgbClr val="273C4D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725" b="1">
                <a:solidFill>
                  <a:srgbClr val="273C4D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725" b="1">
                <a:solidFill>
                  <a:srgbClr val="273C4D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725" b="1">
                <a:solidFill>
                  <a:srgbClr val="273C4D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273C4D"/>
                </a:solidFill>
                <a:latin typeface="PingFang SC"/>
                <a:ea typeface="PingFang SC"/>
                <a:cs typeface="PingFang SC"/>
              </a:rPr>
              <a:t>关闭复盘</a:t>
            </a:r>
          </a:p>
        </p:txBody>
      </p:sp>
      <p:sp>
        <p:nvSpPr>
          <p:cNvPr id="18" name="v3-flow-note">
            <a:extLst xmlns:a="http://schemas.openxmlformats.org/drawingml/2006/main">
              <a:ext uri="{FF2B5EF4-FFF2-40B4-BE49-F238E27FC236}">
                <a16:creationId xmlns:a16="http://schemas.microsoft.com/office/drawing/2014/main" id="{3ECA557E-6991-4CDA-BC90-243C2461D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657350"/>
            <a:ext cx="11430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6F7E87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200" b="0">
                <a:solidFill>
                  <a:srgbClr val="6F7E87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200" b="0">
                <a:solidFill>
                  <a:srgbClr val="6F7E87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200" b="0">
                <a:solidFill>
                  <a:srgbClr val="6F7E87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200" b="0">
                <a:solidFill>
                  <a:srgbClr val="6F7E87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200" b="0">
                <a:solidFill>
                  <a:srgbClr val="6F7E87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200" b="0">
                <a:solidFill>
                  <a:srgbClr val="6F7E87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200" b="0">
                <a:solidFill>
                  <a:srgbClr val="6F7E87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200" b="0">
                <a:solidFill>
                  <a:srgbClr val="6F7E87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200" b="0">
                <a:solidFill>
                  <a:srgbClr val="6F7E87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6F7E87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6F7E87"/>
                </a:solidFill>
                <a:latin typeface="PingFang SC"/>
                <a:ea typeface="PingFang SC"/>
                <a:cs typeface="PingFang SC"/>
              </a:rPr>
              <a:t>复测未通过 → 返回修复；关闭时保留验证证据</a:t>
            </a:r>
          </a:p>
        </p:txBody>
      </p:sp>
      <p:sp>
        <p:nvSpPr>
          <p:cNvPr id="19" name="v3-context-heading">
            <a:extLst xmlns:a="http://schemas.openxmlformats.org/drawingml/2006/main">
              <a:ext uri="{FF2B5EF4-FFF2-40B4-BE49-F238E27FC236}">
                <a16:creationId xmlns:a16="http://schemas.microsoft.com/office/drawing/2014/main" id="{12420CDC-D185-4E19-8331-17D594489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114550"/>
            <a:ext cx="2400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1">
                <a:solidFill>
                  <a:srgbClr val="A96230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725" b="1">
                <a:solidFill>
                  <a:srgbClr val="A96230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725" b="1">
                <a:solidFill>
                  <a:srgbClr val="A96230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725" b="1">
                <a:solidFill>
                  <a:srgbClr val="A96230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725" b="1">
                <a:solidFill>
                  <a:srgbClr val="A96230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725" b="1">
                <a:solidFill>
                  <a:srgbClr val="A96230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725" b="1">
                <a:solidFill>
                  <a:srgbClr val="A96230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725" b="1">
                <a:solidFill>
                  <a:srgbClr val="A96230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725" b="1">
                <a:solidFill>
                  <a:srgbClr val="A96230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725" b="1">
                <a:solidFill>
                  <a:srgbClr val="A96230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725" b="1">
                <a:solidFill>
                  <a:srgbClr val="A96230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A96230"/>
                </a:solidFill>
                <a:latin typeface="PingFang SC"/>
                <a:ea typeface="PingFang SC"/>
                <a:cs typeface="PingFang SC"/>
              </a:rPr>
              <a:t>背景 / 问题 / 挑战</a:t>
            </a:r>
          </a:p>
        </p:txBody>
      </p:sp>
      <p:sp>
        <p:nvSpPr>
          <p:cNvPr id="20" name="v3-background-title">
            <a:extLst xmlns:a="http://schemas.openxmlformats.org/drawingml/2006/main">
              <a:ext uri="{FF2B5EF4-FFF2-40B4-BE49-F238E27FC236}">
                <a16:creationId xmlns:a16="http://schemas.microsoft.com/office/drawing/2014/main" id="{D1E7BC7D-9B11-48D9-8D98-D369E9797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543175"/>
            <a:ext cx="2400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1">
                <a:solidFill>
                  <a:srgbClr val="273C4D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500" b="1">
                <a:solidFill>
                  <a:srgbClr val="273C4D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500" b="1">
                <a:solidFill>
                  <a:srgbClr val="273C4D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500" b="1">
                <a:solidFill>
                  <a:srgbClr val="273C4D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500" b="1">
                <a:solidFill>
                  <a:srgbClr val="273C4D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500" b="1">
                <a:solidFill>
                  <a:srgbClr val="273C4D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500" b="1">
                <a:solidFill>
                  <a:srgbClr val="273C4D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500" b="1">
                <a:solidFill>
                  <a:srgbClr val="273C4D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500" b="1">
                <a:solidFill>
                  <a:srgbClr val="273C4D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500" b="1">
                <a:solidFill>
                  <a:srgbClr val="273C4D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273C4D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273C4D"/>
                </a:solidFill>
                <a:latin typeface="PingFang SC"/>
                <a:ea typeface="PingFang SC"/>
                <a:cs typeface="PingFang SC"/>
              </a:rPr>
              <a:t>背景介绍</a:t>
            </a:r>
          </a:p>
        </p:txBody>
      </p:sp>
      <p:sp>
        <p:nvSpPr>
          <p:cNvPr id="21" name="v3-background-body">
            <a:extLst xmlns:a="http://schemas.openxmlformats.org/drawingml/2006/main">
              <a:ext uri="{FF2B5EF4-FFF2-40B4-BE49-F238E27FC236}">
                <a16:creationId xmlns:a16="http://schemas.microsoft.com/office/drawing/2014/main" id="{FB0C1955-1F44-4E8D-84DE-7E400CC86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867025"/>
            <a:ext cx="2400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273C4D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350" b="0">
                <a:solidFill>
                  <a:srgbClr val="273C4D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350" b="0">
                <a:solidFill>
                  <a:srgbClr val="273C4D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350" b="0">
                <a:solidFill>
                  <a:srgbClr val="273C4D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350" b="0">
                <a:solidFill>
                  <a:srgbClr val="273C4D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350" b="0">
                <a:solidFill>
                  <a:srgbClr val="273C4D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350" b="0">
                <a:solidFill>
                  <a:srgbClr val="273C4D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350" b="0">
                <a:solidFill>
                  <a:srgbClr val="273C4D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350" b="0">
                <a:solidFill>
                  <a:srgbClr val="273C4D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350" b="0">
                <a:solidFill>
                  <a:srgbClr val="273C4D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273C4D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273C4D"/>
                </a:solidFill>
                <a:latin typeface="PingFang SC"/>
                <a:ea typeface="PingFang SC"/>
                <a:cs typeface="PingFang SC"/>
              </a:rPr>
              <a:t>场景：〔业务与资产范围〕</a:t>
            </a:r>
          </a:p>
          <a:p xmlns:a="http://schemas.openxmlformats.org/drawingml/2006/main">
            <a:pPr algn="l">
              <a:defRPr sz="1350" b="0">
                <a:solidFill>
                  <a:srgbClr val="273C4D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273C4D"/>
                </a:solidFill>
                <a:latin typeface="PingFang SC"/>
                <a:ea typeface="PingFang SC"/>
                <a:cs typeface="PingFang SC"/>
              </a:rPr>
              <a:t>目标：〔填写研究目标〕</a:t>
            </a:r>
          </a:p>
        </p:txBody>
      </p:sp>
      <p:sp>
        <p:nvSpPr>
          <p:cNvPr id="22" name="v3-problem-title">
            <a:extLst xmlns:a="http://schemas.openxmlformats.org/drawingml/2006/main">
              <a:ext uri="{FF2B5EF4-FFF2-40B4-BE49-F238E27FC236}">
                <a16:creationId xmlns:a16="http://schemas.microsoft.com/office/drawing/2014/main" id="{E63D9204-890D-4EDC-8309-D705D8DE1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3495675"/>
            <a:ext cx="2400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1">
                <a:solidFill>
                  <a:srgbClr val="273C4D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500" b="1">
                <a:solidFill>
                  <a:srgbClr val="273C4D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500" b="1">
                <a:solidFill>
                  <a:srgbClr val="273C4D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500" b="1">
                <a:solidFill>
                  <a:srgbClr val="273C4D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500" b="1">
                <a:solidFill>
                  <a:srgbClr val="273C4D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500" b="1">
                <a:solidFill>
                  <a:srgbClr val="273C4D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500" b="1">
                <a:solidFill>
                  <a:srgbClr val="273C4D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500" b="1">
                <a:solidFill>
                  <a:srgbClr val="273C4D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500" b="1">
                <a:solidFill>
                  <a:srgbClr val="273C4D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500" b="1">
                <a:solidFill>
                  <a:srgbClr val="273C4D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273C4D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273C4D"/>
                </a:solidFill>
                <a:latin typeface="PingFang SC"/>
                <a:ea typeface="PingFang SC"/>
                <a:cs typeface="PingFang SC"/>
              </a:rPr>
              <a:t>问题描述</a:t>
            </a:r>
          </a:p>
        </p:txBody>
      </p:sp>
      <p:sp>
        <p:nvSpPr>
          <p:cNvPr id="23" name="v3-problem-body">
            <a:extLst xmlns:a="http://schemas.openxmlformats.org/drawingml/2006/main">
              <a:ext uri="{FF2B5EF4-FFF2-40B4-BE49-F238E27FC236}">
                <a16:creationId xmlns:a16="http://schemas.microsoft.com/office/drawing/2014/main" id="{B1F4B9C4-7BAA-4C19-8B83-00AAD5661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3819525"/>
            <a:ext cx="2400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273C4D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350" b="0">
                <a:solidFill>
                  <a:srgbClr val="273C4D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350" b="0">
                <a:solidFill>
                  <a:srgbClr val="273C4D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350" b="0">
                <a:solidFill>
                  <a:srgbClr val="273C4D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350" b="0">
                <a:solidFill>
                  <a:srgbClr val="273C4D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350" b="0">
                <a:solidFill>
                  <a:srgbClr val="273C4D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350" b="0">
                <a:solidFill>
                  <a:srgbClr val="273C4D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350" b="0">
                <a:solidFill>
                  <a:srgbClr val="273C4D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350" b="0">
                <a:solidFill>
                  <a:srgbClr val="273C4D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350" b="0">
                <a:solidFill>
                  <a:srgbClr val="273C4D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273C4D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273C4D"/>
                </a:solidFill>
                <a:latin typeface="PingFang SC"/>
                <a:ea typeface="PingFang SC"/>
                <a:cs typeface="PingFang SC"/>
              </a:rPr>
              <a:t>痛点：〔填写主要问题〕</a:t>
            </a:r>
          </a:p>
          <a:p xmlns:a="http://schemas.openxmlformats.org/drawingml/2006/main">
            <a:pPr algn="l">
              <a:defRPr sz="1350" b="0">
                <a:solidFill>
                  <a:srgbClr val="273C4D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273C4D"/>
                </a:solidFill>
                <a:latin typeface="PingFang SC"/>
                <a:ea typeface="PingFang SC"/>
                <a:cs typeface="PingFang SC"/>
              </a:rPr>
              <a:t>影响：〔填写业务影响〕</a:t>
            </a:r>
          </a:p>
        </p:txBody>
      </p:sp>
      <p:sp>
        <p:nvSpPr>
          <p:cNvPr id="24" name="v3-challenge-title">
            <a:extLst xmlns:a="http://schemas.openxmlformats.org/drawingml/2006/main">
              <a:ext uri="{FF2B5EF4-FFF2-40B4-BE49-F238E27FC236}">
                <a16:creationId xmlns:a16="http://schemas.microsoft.com/office/drawing/2014/main" id="{3E46933D-4FF9-47B9-A5C3-ECD525DFA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4438650"/>
            <a:ext cx="2400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1">
                <a:solidFill>
                  <a:srgbClr val="273C4D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500" b="1">
                <a:solidFill>
                  <a:srgbClr val="273C4D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500" b="1">
                <a:solidFill>
                  <a:srgbClr val="273C4D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500" b="1">
                <a:solidFill>
                  <a:srgbClr val="273C4D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500" b="1">
                <a:solidFill>
                  <a:srgbClr val="273C4D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500" b="1">
                <a:solidFill>
                  <a:srgbClr val="273C4D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500" b="1">
                <a:solidFill>
                  <a:srgbClr val="273C4D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500" b="1">
                <a:solidFill>
                  <a:srgbClr val="273C4D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500" b="1">
                <a:solidFill>
                  <a:srgbClr val="273C4D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500" b="1">
                <a:solidFill>
                  <a:srgbClr val="273C4D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273C4D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273C4D"/>
                </a:solidFill>
                <a:latin typeface="PingFang SC"/>
                <a:ea typeface="PingFang SC"/>
                <a:cs typeface="PingFang SC"/>
              </a:rPr>
              <a:t>关键挑战</a:t>
            </a:r>
          </a:p>
        </p:txBody>
      </p:sp>
      <p:sp>
        <p:nvSpPr>
          <p:cNvPr id="25" name="v3-challenge-body">
            <a:extLst xmlns:a="http://schemas.openxmlformats.org/drawingml/2006/main">
              <a:ext uri="{FF2B5EF4-FFF2-40B4-BE49-F238E27FC236}">
                <a16:creationId xmlns:a16="http://schemas.microsoft.com/office/drawing/2014/main" id="{B2BBB9B2-C0FF-4532-BA29-74580052F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4752975"/>
            <a:ext cx="2400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6F7E87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275" b="0">
                <a:solidFill>
                  <a:srgbClr val="6F7E87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275" b="0">
                <a:solidFill>
                  <a:srgbClr val="6F7E87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275" b="0">
                <a:solidFill>
                  <a:srgbClr val="6F7E87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275" b="0">
                <a:solidFill>
                  <a:srgbClr val="6F7E87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275" b="0">
                <a:solidFill>
                  <a:srgbClr val="6F7E87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275" b="0">
                <a:solidFill>
                  <a:srgbClr val="6F7E87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275" b="0">
                <a:solidFill>
                  <a:srgbClr val="6F7E87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275" b="0">
                <a:solidFill>
                  <a:srgbClr val="6F7E87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275" b="0">
                <a:solidFill>
                  <a:srgbClr val="6F7E87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6F7E87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6F7E87"/>
                </a:solidFill>
                <a:latin typeface="PingFang SC"/>
                <a:ea typeface="PingFang SC"/>
                <a:cs typeface="PingFang SC"/>
              </a:rPr>
              <a:t>〔关键技术难点与实施约束〕</a:t>
            </a:r>
          </a:p>
        </p:txBody>
      </p:sp>
      <p:sp>
        <p:nvSpPr>
          <p:cNvPr id="26" name="v3-architecture-heading">
            <a:extLst xmlns:a="http://schemas.openxmlformats.org/drawingml/2006/main">
              <a:ext uri="{FF2B5EF4-FFF2-40B4-BE49-F238E27FC236}">
                <a16:creationId xmlns:a16="http://schemas.microsoft.com/office/drawing/2014/main" id="{F7BC7564-8B02-46F6-9C7C-E512DB925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114550"/>
            <a:ext cx="571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1">
                <a:solidFill>
                  <a:srgbClr val="A96230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800" b="1">
                <a:solidFill>
                  <a:srgbClr val="A96230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800" b="1">
                <a:solidFill>
                  <a:srgbClr val="A96230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800" b="1">
                <a:solidFill>
                  <a:srgbClr val="A96230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800" b="1">
                <a:solidFill>
                  <a:srgbClr val="A96230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800" b="1">
                <a:solidFill>
                  <a:srgbClr val="A96230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800" b="1">
                <a:solidFill>
                  <a:srgbClr val="A96230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800" b="1">
                <a:solidFill>
                  <a:srgbClr val="A96230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800" b="1">
                <a:solidFill>
                  <a:srgbClr val="A96230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800" b="1">
                <a:solidFill>
                  <a:srgbClr val="A96230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A96230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A96230"/>
                </a:solidFill>
                <a:latin typeface="PingFang SC"/>
                <a:ea typeface="PingFang SC"/>
                <a:cs typeface="PingFang SC"/>
              </a:rPr>
              <a:t>系统框架（方案示意）</a:t>
            </a:r>
          </a:p>
        </p:txBody>
      </p:sp>
      <p:sp>
        <p:nvSpPr>
          <p:cNvPr id="27" name="v3-architecture-row-0">
            <a:extLst xmlns:a="http://schemas.openxmlformats.org/drawingml/2006/main">
              <a:ext uri="{FF2B5EF4-FFF2-40B4-BE49-F238E27FC236}">
                <a16:creationId xmlns:a16="http://schemas.microsoft.com/office/drawing/2014/main" id="{52F7DC0B-C7BB-4A4F-A891-B4EC24DCC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543175"/>
            <a:ext cx="57150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FAF7"/>
          </a:solidFill>
          <a:ln xmlns:a="http://schemas.openxmlformats.org/drawingml/2006/main" w="9525">
            <a:solidFill>
              <a:srgbClr val="E4DCD4"/>
            </a:solidFill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350" b="1">
                <a:solidFill>
                  <a:srgbClr val="273C4D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350" b="1">
                <a:solidFill>
                  <a:srgbClr val="273C4D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350" b="1">
                <a:solidFill>
                  <a:srgbClr val="273C4D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350" b="1">
                <a:solidFill>
                  <a:srgbClr val="273C4D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350" b="1">
                <a:solidFill>
                  <a:srgbClr val="273C4D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350" b="1">
                <a:solidFill>
                  <a:srgbClr val="273C4D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350" b="1">
                <a:solidFill>
                  <a:srgbClr val="273C4D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350" b="1">
                <a:solidFill>
                  <a:srgbClr val="273C4D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350" b="1">
                <a:solidFill>
                  <a:srgbClr val="273C4D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350" b="1">
                <a:solidFill>
                  <a:srgbClr val="273C4D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28" name="v3-architecture-layer-label-0">
            <a:extLst xmlns:a="http://schemas.openxmlformats.org/drawingml/2006/main">
              <a:ext uri="{FF2B5EF4-FFF2-40B4-BE49-F238E27FC236}">
                <a16:creationId xmlns:a16="http://schemas.microsoft.com/office/drawing/2014/main" id="{F37DEB1B-4A18-4235-9E22-EBC157FEB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2681288"/>
            <a:ext cx="762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1">
                <a:solidFill>
                  <a:srgbClr val="A96230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425" b="1">
                <a:solidFill>
                  <a:srgbClr val="A96230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425" b="1">
                <a:solidFill>
                  <a:srgbClr val="A96230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425" b="1">
                <a:solidFill>
                  <a:srgbClr val="A96230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425" b="1">
                <a:solidFill>
                  <a:srgbClr val="A96230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425" b="1">
                <a:solidFill>
                  <a:srgbClr val="A96230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425" b="1">
                <a:solidFill>
                  <a:srgbClr val="A96230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425" b="1">
                <a:solidFill>
                  <a:srgbClr val="A96230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425" b="1">
                <a:solidFill>
                  <a:srgbClr val="A96230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425" b="1">
                <a:solidFill>
                  <a:srgbClr val="A96230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425" b="1">
                <a:solidFill>
                  <a:srgbClr val="A96230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A96230"/>
                </a:solidFill>
                <a:latin typeface="PingFang SC"/>
                <a:ea typeface="PingFang SC"/>
                <a:cs typeface="PingFang SC"/>
              </a:rPr>
              <a:t>展示层</a:t>
            </a:r>
          </a:p>
        </p:txBody>
      </p:sp>
      <p:sp>
        <p:nvSpPr>
          <p:cNvPr id="29" name="v3-architecture-layer-rule-0">
            <a:extLst xmlns:a="http://schemas.openxmlformats.org/drawingml/2006/main">
              <a:ext uri="{FF2B5EF4-FFF2-40B4-BE49-F238E27FC236}">
                <a16:creationId xmlns:a16="http://schemas.microsoft.com/office/drawing/2014/main" id="{1D6B367F-A370-4568-96A4-4356C980C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2900" y="2543175"/>
            <a:ext cx="0" cy="5334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4DCD4"/>
            </a:solidFill>
            <a:prstDash val="solid"/>
          </a:ln>
        </p:spPr>
      </p:sp>
      <p:sp>
        <p:nvSpPr>
          <p:cNvPr id="30" name="v3-architecture-row-1">
            <a:extLst xmlns:a="http://schemas.openxmlformats.org/drawingml/2006/main">
              <a:ext uri="{FF2B5EF4-FFF2-40B4-BE49-F238E27FC236}">
                <a16:creationId xmlns:a16="http://schemas.microsoft.com/office/drawing/2014/main" id="{1CC6CD70-F992-4C9B-BD79-4CC894041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228975"/>
            <a:ext cx="57150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FAF7"/>
          </a:solidFill>
          <a:ln xmlns:a="http://schemas.openxmlformats.org/drawingml/2006/main" w="9525">
            <a:solidFill>
              <a:srgbClr val="E4DCD4"/>
            </a:solidFill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350" b="1">
                <a:solidFill>
                  <a:srgbClr val="273C4D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350" b="1">
                <a:solidFill>
                  <a:srgbClr val="273C4D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350" b="1">
                <a:solidFill>
                  <a:srgbClr val="273C4D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350" b="1">
                <a:solidFill>
                  <a:srgbClr val="273C4D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350" b="1">
                <a:solidFill>
                  <a:srgbClr val="273C4D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350" b="1">
                <a:solidFill>
                  <a:srgbClr val="273C4D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350" b="1">
                <a:solidFill>
                  <a:srgbClr val="273C4D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350" b="1">
                <a:solidFill>
                  <a:srgbClr val="273C4D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350" b="1">
                <a:solidFill>
                  <a:srgbClr val="273C4D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350" b="1">
                <a:solidFill>
                  <a:srgbClr val="273C4D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31" name="v3-architecture-layer-label-1">
            <a:extLst xmlns:a="http://schemas.openxmlformats.org/drawingml/2006/main">
              <a:ext uri="{FF2B5EF4-FFF2-40B4-BE49-F238E27FC236}">
                <a16:creationId xmlns:a16="http://schemas.microsoft.com/office/drawing/2014/main" id="{9B9A09B0-8DC6-48EC-B03E-2ADBD7F2F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3405188"/>
            <a:ext cx="762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1">
                <a:solidFill>
                  <a:srgbClr val="A96230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425" b="1">
                <a:solidFill>
                  <a:srgbClr val="A96230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425" b="1">
                <a:solidFill>
                  <a:srgbClr val="A96230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425" b="1">
                <a:solidFill>
                  <a:srgbClr val="A96230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425" b="1">
                <a:solidFill>
                  <a:srgbClr val="A96230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425" b="1">
                <a:solidFill>
                  <a:srgbClr val="A96230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425" b="1">
                <a:solidFill>
                  <a:srgbClr val="A96230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425" b="1">
                <a:solidFill>
                  <a:srgbClr val="A96230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425" b="1">
                <a:solidFill>
                  <a:srgbClr val="A96230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425" b="1">
                <a:solidFill>
                  <a:srgbClr val="A96230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425" b="1">
                <a:solidFill>
                  <a:srgbClr val="A96230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A96230"/>
                </a:solidFill>
                <a:latin typeface="PingFang SC"/>
                <a:ea typeface="PingFang SC"/>
                <a:cs typeface="PingFang SC"/>
              </a:rPr>
              <a:t>服务层</a:t>
            </a:r>
          </a:p>
        </p:txBody>
      </p:sp>
      <p:sp>
        <p:nvSpPr>
          <p:cNvPr id="32" name="v3-architecture-layer-rule-1">
            <a:extLst xmlns:a="http://schemas.openxmlformats.org/drawingml/2006/main">
              <a:ext uri="{FF2B5EF4-FFF2-40B4-BE49-F238E27FC236}">
                <a16:creationId xmlns:a16="http://schemas.microsoft.com/office/drawing/2014/main" id="{27C995A7-0BC5-42D0-BB78-1F726386E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2900" y="3228975"/>
            <a:ext cx="0" cy="6096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4DCD4"/>
            </a:solidFill>
            <a:prstDash val="solid"/>
          </a:ln>
        </p:spPr>
      </p:sp>
      <p:sp>
        <p:nvSpPr>
          <p:cNvPr id="33" name="v3-architecture-row-2">
            <a:extLst xmlns:a="http://schemas.openxmlformats.org/drawingml/2006/main">
              <a:ext uri="{FF2B5EF4-FFF2-40B4-BE49-F238E27FC236}">
                <a16:creationId xmlns:a16="http://schemas.microsoft.com/office/drawing/2014/main" id="{42FC6AC3-F814-4DD5-A76D-9B4A117F2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990975"/>
            <a:ext cx="57150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FAF7"/>
          </a:solidFill>
          <a:ln xmlns:a="http://schemas.openxmlformats.org/drawingml/2006/main" w="9525">
            <a:solidFill>
              <a:srgbClr val="E4DCD4"/>
            </a:solidFill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350" b="1">
                <a:solidFill>
                  <a:srgbClr val="273C4D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350" b="1">
                <a:solidFill>
                  <a:srgbClr val="273C4D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350" b="1">
                <a:solidFill>
                  <a:srgbClr val="273C4D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350" b="1">
                <a:solidFill>
                  <a:srgbClr val="273C4D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350" b="1">
                <a:solidFill>
                  <a:srgbClr val="273C4D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350" b="1">
                <a:solidFill>
                  <a:srgbClr val="273C4D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350" b="1">
                <a:solidFill>
                  <a:srgbClr val="273C4D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350" b="1">
                <a:solidFill>
                  <a:srgbClr val="273C4D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350" b="1">
                <a:solidFill>
                  <a:srgbClr val="273C4D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350" b="1">
                <a:solidFill>
                  <a:srgbClr val="273C4D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34" name="v3-architecture-layer-label-2">
            <a:extLst xmlns:a="http://schemas.openxmlformats.org/drawingml/2006/main">
              <a:ext uri="{FF2B5EF4-FFF2-40B4-BE49-F238E27FC236}">
                <a16:creationId xmlns:a16="http://schemas.microsoft.com/office/drawing/2014/main" id="{14DA5215-97D5-47B3-881B-C4FADE116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4129088"/>
            <a:ext cx="762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1">
                <a:solidFill>
                  <a:srgbClr val="A96230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425" b="1">
                <a:solidFill>
                  <a:srgbClr val="A96230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425" b="1">
                <a:solidFill>
                  <a:srgbClr val="A96230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425" b="1">
                <a:solidFill>
                  <a:srgbClr val="A96230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425" b="1">
                <a:solidFill>
                  <a:srgbClr val="A96230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425" b="1">
                <a:solidFill>
                  <a:srgbClr val="A96230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425" b="1">
                <a:solidFill>
                  <a:srgbClr val="A96230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425" b="1">
                <a:solidFill>
                  <a:srgbClr val="A96230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425" b="1">
                <a:solidFill>
                  <a:srgbClr val="A96230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425" b="1">
                <a:solidFill>
                  <a:srgbClr val="A96230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425" b="1">
                <a:solidFill>
                  <a:srgbClr val="A96230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A96230"/>
                </a:solidFill>
                <a:latin typeface="PingFang SC"/>
                <a:ea typeface="PingFang SC"/>
                <a:cs typeface="PingFang SC"/>
              </a:rPr>
              <a:t>数据层</a:t>
            </a:r>
          </a:p>
        </p:txBody>
      </p:sp>
      <p:sp>
        <p:nvSpPr>
          <p:cNvPr id="35" name="v3-architecture-layer-rule-2">
            <a:extLst xmlns:a="http://schemas.openxmlformats.org/drawingml/2006/main">
              <a:ext uri="{FF2B5EF4-FFF2-40B4-BE49-F238E27FC236}">
                <a16:creationId xmlns:a16="http://schemas.microsoft.com/office/drawing/2014/main" id="{6D2FF15E-992C-4089-9534-C7C47C0B2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2900" y="3990975"/>
            <a:ext cx="0" cy="5334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4DCD4"/>
            </a:solidFill>
            <a:prstDash val="solid"/>
          </a:ln>
        </p:spPr>
      </p:sp>
      <p:sp>
        <p:nvSpPr>
          <p:cNvPr id="36" name="v3-display-console">
            <a:extLst xmlns:a="http://schemas.openxmlformats.org/drawingml/2006/main">
              <a:ext uri="{FF2B5EF4-FFF2-40B4-BE49-F238E27FC236}">
                <a16:creationId xmlns:a16="http://schemas.microsoft.com/office/drawing/2014/main" id="{98EBF42D-85A2-41BA-9FE3-607C99C2F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647950"/>
            <a:ext cx="20383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DCD4"/>
            </a:solidFill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425" b="1">
                <a:solidFill>
                  <a:srgbClr val="273C4D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425" b="1">
                <a:solidFill>
                  <a:srgbClr val="273C4D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425" b="1">
                <a:solidFill>
                  <a:srgbClr val="273C4D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425" b="1">
                <a:solidFill>
                  <a:srgbClr val="273C4D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425" b="1">
                <a:solidFill>
                  <a:srgbClr val="273C4D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425" b="1">
                <a:solidFill>
                  <a:srgbClr val="273C4D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425" b="1">
                <a:solidFill>
                  <a:srgbClr val="273C4D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425" b="1">
                <a:solidFill>
                  <a:srgbClr val="273C4D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425" b="1">
                <a:solidFill>
                  <a:srgbClr val="273C4D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425" b="1">
                <a:solidFill>
                  <a:srgbClr val="273C4D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425" b="1">
                <a:solidFill>
                  <a:srgbClr val="273C4D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273C4D"/>
                </a:solidFill>
                <a:latin typeface="PingFang SC"/>
                <a:ea typeface="PingFang SC"/>
                <a:cs typeface="PingFang SC"/>
              </a:rPr>
              <a:t>资产与漏洞看板</a:t>
            </a:r>
          </a:p>
        </p:txBody>
      </p:sp>
      <p:sp>
        <p:nvSpPr>
          <p:cNvPr id="37" name="v3-display-ticket">
            <a:extLst xmlns:a="http://schemas.openxmlformats.org/drawingml/2006/main">
              <a:ext uri="{FF2B5EF4-FFF2-40B4-BE49-F238E27FC236}">
                <a16:creationId xmlns:a16="http://schemas.microsoft.com/office/drawing/2014/main" id="{A6C6DC92-FE7C-49C4-AF68-925792998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647950"/>
            <a:ext cx="2095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DCD4"/>
            </a:solidFill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425" b="1">
                <a:solidFill>
                  <a:srgbClr val="273C4D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425" b="1">
                <a:solidFill>
                  <a:srgbClr val="273C4D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425" b="1">
                <a:solidFill>
                  <a:srgbClr val="273C4D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425" b="1">
                <a:solidFill>
                  <a:srgbClr val="273C4D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425" b="1">
                <a:solidFill>
                  <a:srgbClr val="273C4D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425" b="1">
                <a:solidFill>
                  <a:srgbClr val="273C4D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425" b="1">
                <a:solidFill>
                  <a:srgbClr val="273C4D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425" b="1">
                <a:solidFill>
                  <a:srgbClr val="273C4D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425" b="1">
                <a:solidFill>
                  <a:srgbClr val="273C4D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425" b="1">
                <a:solidFill>
                  <a:srgbClr val="273C4D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425" b="1">
                <a:solidFill>
                  <a:srgbClr val="273C4D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273C4D"/>
                </a:solidFill>
                <a:latin typeface="PingFang SC"/>
                <a:ea typeface="PingFang SC"/>
                <a:cs typeface="PingFang SC"/>
              </a:rPr>
              <a:t>工单处置页面</a:t>
            </a:r>
          </a:p>
        </p:txBody>
      </p:sp>
      <p:sp>
        <p:nvSpPr>
          <p:cNvPr id="38" name="v3-service-0">
            <a:extLst xmlns:a="http://schemas.openxmlformats.org/drawingml/2006/main">
              <a:ext uri="{FF2B5EF4-FFF2-40B4-BE49-F238E27FC236}">
                <a16:creationId xmlns:a16="http://schemas.microsoft.com/office/drawing/2014/main" id="{4CB6D10E-1A4D-46AE-9D10-E481CECEF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3381375"/>
            <a:ext cx="10096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DCD4"/>
            </a:solidFill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350" b="1">
                <a:solidFill>
                  <a:srgbClr val="273C4D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350" b="1">
                <a:solidFill>
                  <a:srgbClr val="273C4D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350" b="1">
                <a:solidFill>
                  <a:srgbClr val="273C4D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350" b="1">
                <a:solidFill>
                  <a:srgbClr val="273C4D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350" b="1">
                <a:solidFill>
                  <a:srgbClr val="273C4D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350" b="1">
                <a:solidFill>
                  <a:srgbClr val="273C4D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350" b="1">
                <a:solidFill>
                  <a:srgbClr val="273C4D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350" b="1">
                <a:solidFill>
                  <a:srgbClr val="273C4D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350" b="1">
                <a:solidFill>
                  <a:srgbClr val="273C4D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350" b="1">
                <a:solidFill>
                  <a:srgbClr val="273C4D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350" b="1">
                <a:solidFill>
                  <a:srgbClr val="273C4D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273C4D"/>
                </a:solidFill>
                <a:latin typeface="PingFang SC"/>
                <a:ea typeface="PingFang SC"/>
                <a:cs typeface="PingFang SC"/>
              </a:rPr>
              <a:t>数据接入</a:t>
            </a:r>
          </a:p>
        </p:txBody>
      </p:sp>
      <p:sp>
        <p:nvSpPr>
          <p:cNvPr id="39" name="v3-service-1">
            <a:extLst xmlns:a="http://schemas.openxmlformats.org/drawingml/2006/main">
              <a:ext uri="{FF2B5EF4-FFF2-40B4-BE49-F238E27FC236}">
                <a16:creationId xmlns:a16="http://schemas.microsoft.com/office/drawing/2014/main" id="{6FA5E36B-634A-4C4F-BCBD-D4B267038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3381375"/>
            <a:ext cx="10096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DCD4"/>
            </a:solidFill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350" b="1">
                <a:solidFill>
                  <a:srgbClr val="273C4D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350" b="1">
                <a:solidFill>
                  <a:srgbClr val="273C4D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350" b="1">
                <a:solidFill>
                  <a:srgbClr val="273C4D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350" b="1">
                <a:solidFill>
                  <a:srgbClr val="273C4D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350" b="1">
                <a:solidFill>
                  <a:srgbClr val="273C4D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350" b="1">
                <a:solidFill>
                  <a:srgbClr val="273C4D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350" b="1">
                <a:solidFill>
                  <a:srgbClr val="273C4D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350" b="1">
                <a:solidFill>
                  <a:srgbClr val="273C4D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350" b="1">
                <a:solidFill>
                  <a:srgbClr val="273C4D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350" b="1">
                <a:solidFill>
                  <a:srgbClr val="273C4D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350" b="1">
                <a:solidFill>
                  <a:srgbClr val="273C4D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273C4D"/>
                </a:solidFill>
                <a:latin typeface="PingFang SC"/>
                <a:ea typeface="PingFang SC"/>
                <a:cs typeface="PingFang SC"/>
              </a:rPr>
              <a:t>归并去重</a:t>
            </a:r>
          </a:p>
        </p:txBody>
      </p:sp>
      <p:sp>
        <p:nvSpPr>
          <p:cNvPr id="40" name="v3-service-2">
            <a:extLst xmlns:a="http://schemas.openxmlformats.org/drawingml/2006/main">
              <a:ext uri="{FF2B5EF4-FFF2-40B4-BE49-F238E27FC236}">
                <a16:creationId xmlns:a16="http://schemas.microsoft.com/office/drawing/2014/main" id="{EFF0D44F-57AD-46AE-91CB-98FA8E740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381375"/>
            <a:ext cx="10096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DCD4"/>
            </a:solidFill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350" b="1">
                <a:solidFill>
                  <a:srgbClr val="273C4D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350" b="1">
                <a:solidFill>
                  <a:srgbClr val="273C4D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350" b="1">
                <a:solidFill>
                  <a:srgbClr val="273C4D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350" b="1">
                <a:solidFill>
                  <a:srgbClr val="273C4D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350" b="1">
                <a:solidFill>
                  <a:srgbClr val="273C4D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350" b="1">
                <a:solidFill>
                  <a:srgbClr val="273C4D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350" b="1">
                <a:solidFill>
                  <a:srgbClr val="273C4D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350" b="1">
                <a:solidFill>
                  <a:srgbClr val="273C4D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350" b="1">
                <a:solidFill>
                  <a:srgbClr val="273C4D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350" b="1">
                <a:solidFill>
                  <a:srgbClr val="273C4D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350" b="1">
                <a:solidFill>
                  <a:srgbClr val="273C4D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273C4D"/>
                </a:solidFill>
                <a:latin typeface="PingFang SC"/>
                <a:ea typeface="PingFang SC"/>
                <a:cs typeface="PingFang SC"/>
              </a:rPr>
              <a:t>风险评估</a:t>
            </a:r>
          </a:p>
        </p:txBody>
      </p:sp>
      <p:sp>
        <p:nvSpPr>
          <p:cNvPr id="41" name="v3-service-3">
            <a:extLst xmlns:a="http://schemas.openxmlformats.org/drawingml/2006/main">
              <a:ext uri="{FF2B5EF4-FFF2-40B4-BE49-F238E27FC236}">
                <a16:creationId xmlns:a16="http://schemas.microsoft.com/office/drawing/2014/main" id="{1321EA57-7598-4481-92F7-6A80CE0F9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3381375"/>
            <a:ext cx="10096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DCD4"/>
            </a:solidFill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350" b="1">
                <a:solidFill>
                  <a:srgbClr val="273C4D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350" b="1">
                <a:solidFill>
                  <a:srgbClr val="273C4D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350" b="1">
                <a:solidFill>
                  <a:srgbClr val="273C4D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350" b="1">
                <a:solidFill>
                  <a:srgbClr val="273C4D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350" b="1">
                <a:solidFill>
                  <a:srgbClr val="273C4D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350" b="1">
                <a:solidFill>
                  <a:srgbClr val="273C4D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350" b="1">
                <a:solidFill>
                  <a:srgbClr val="273C4D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350" b="1">
                <a:solidFill>
                  <a:srgbClr val="273C4D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350" b="1">
                <a:solidFill>
                  <a:srgbClr val="273C4D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350" b="1">
                <a:solidFill>
                  <a:srgbClr val="273C4D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350" b="1">
                <a:solidFill>
                  <a:srgbClr val="273C4D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273C4D"/>
                </a:solidFill>
                <a:latin typeface="PingFang SC"/>
                <a:ea typeface="PingFang SC"/>
                <a:cs typeface="PingFang SC"/>
              </a:rPr>
              <a:t>工单流转</a:t>
            </a:r>
          </a:p>
        </p:txBody>
      </p:sp>
      <p:sp>
        <p:nvSpPr>
          <p:cNvPr id="42" name="v3-data-0">
            <a:extLst xmlns:a="http://schemas.openxmlformats.org/drawingml/2006/main">
              <a:ext uri="{FF2B5EF4-FFF2-40B4-BE49-F238E27FC236}">
                <a16:creationId xmlns:a16="http://schemas.microsoft.com/office/drawing/2014/main" id="{F4CC7698-9D2A-4941-95EE-888BF5E46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4095750"/>
            <a:ext cx="13906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DCD4"/>
            </a:solidFill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350" b="1">
                <a:solidFill>
                  <a:srgbClr val="273C4D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350" b="1">
                <a:solidFill>
                  <a:srgbClr val="273C4D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350" b="1">
                <a:solidFill>
                  <a:srgbClr val="273C4D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350" b="1">
                <a:solidFill>
                  <a:srgbClr val="273C4D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350" b="1">
                <a:solidFill>
                  <a:srgbClr val="273C4D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350" b="1">
                <a:solidFill>
                  <a:srgbClr val="273C4D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350" b="1">
                <a:solidFill>
                  <a:srgbClr val="273C4D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350" b="1">
                <a:solidFill>
                  <a:srgbClr val="273C4D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350" b="1">
                <a:solidFill>
                  <a:srgbClr val="273C4D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350" b="1">
                <a:solidFill>
                  <a:srgbClr val="273C4D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350" b="1">
                <a:solidFill>
                  <a:srgbClr val="273C4D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273C4D"/>
                </a:solidFill>
                <a:latin typeface="PingFang SC"/>
                <a:ea typeface="PingFang SC"/>
                <a:cs typeface="PingFang SC"/>
              </a:rPr>
              <a:t>资产库</a:t>
            </a:r>
          </a:p>
        </p:txBody>
      </p:sp>
      <p:sp>
        <p:nvSpPr>
          <p:cNvPr id="43" name="v3-data-1">
            <a:extLst xmlns:a="http://schemas.openxmlformats.org/drawingml/2006/main">
              <a:ext uri="{FF2B5EF4-FFF2-40B4-BE49-F238E27FC236}">
                <a16:creationId xmlns:a16="http://schemas.microsoft.com/office/drawing/2014/main" id="{89473E93-0714-4529-8C54-8A4F4A020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095750"/>
            <a:ext cx="13906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DCD4"/>
            </a:solidFill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350" b="1">
                <a:solidFill>
                  <a:srgbClr val="273C4D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350" b="1">
                <a:solidFill>
                  <a:srgbClr val="273C4D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350" b="1">
                <a:solidFill>
                  <a:srgbClr val="273C4D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350" b="1">
                <a:solidFill>
                  <a:srgbClr val="273C4D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350" b="1">
                <a:solidFill>
                  <a:srgbClr val="273C4D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350" b="1">
                <a:solidFill>
                  <a:srgbClr val="273C4D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350" b="1">
                <a:solidFill>
                  <a:srgbClr val="273C4D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350" b="1">
                <a:solidFill>
                  <a:srgbClr val="273C4D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350" b="1">
                <a:solidFill>
                  <a:srgbClr val="273C4D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350" b="1">
                <a:solidFill>
                  <a:srgbClr val="273C4D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350" b="1">
                <a:solidFill>
                  <a:srgbClr val="273C4D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273C4D"/>
                </a:solidFill>
                <a:latin typeface="PingFang SC"/>
                <a:ea typeface="PingFang SC"/>
                <a:cs typeface="PingFang SC"/>
              </a:rPr>
              <a:t>漏洞库</a:t>
            </a:r>
          </a:p>
        </p:txBody>
      </p:sp>
      <p:sp>
        <p:nvSpPr>
          <p:cNvPr id="44" name="v3-data-2">
            <a:extLst xmlns:a="http://schemas.openxmlformats.org/drawingml/2006/main">
              <a:ext uri="{FF2B5EF4-FFF2-40B4-BE49-F238E27FC236}">
                <a16:creationId xmlns:a16="http://schemas.microsoft.com/office/drawing/2014/main" id="{21D5CBDF-4FCA-4620-BB07-D4933BB24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4095750"/>
            <a:ext cx="13906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DCD4"/>
            </a:solidFill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350" b="1">
                <a:solidFill>
                  <a:srgbClr val="273C4D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350" b="1">
                <a:solidFill>
                  <a:srgbClr val="273C4D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350" b="1">
                <a:solidFill>
                  <a:srgbClr val="273C4D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350" b="1">
                <a:solidFill>
                  <a:srgbClr val="273C4D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350" b="1">
                <a:solidFill>
                  <a:srgbClr val="273C4D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350" b="1">
                <a:solidFill>
                  <a:srgbClr val="273C4D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350" b="1">
                <a:solidFill>
                  <a:srgbClr val="273C4D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350" b="1">
                <a:solidFill>
                  <a:srgbClr val="273C4D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350" b="1">
                <a:solidFill>
                  <a:srgbClr val="273C4D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350" b="1">
                <a:solidFill>
                  <a:srgbClr val="273C4D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350" b="1">
                <a:solidFill>
                  <a:srgbClr val="273C4D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273C4D"/>
                </a:solidFill>
                <a:latin typeface="PingFang SC"/>
                <a:ea typeface="PingFang SC"/>
                <a:cs typeface="PingFang SC"/>
              </a:rPr>
              <a:t>审计记录</a:t>
            </a:r>
          </a:p>
        </p:txBody>
      </p:sp>
      <p:sp>
        <p:nvSpPr>
          <p:cNvPr id="45" name="v3-architecture-note">
            <a:extLst xmlns:a="http://schemas.openxmlformats.org/drawingml/2006/main">
              <a:ext uri="{FF2B5EF4-FFF2-40B4-BE49-F238E27FC236}">
                <a16:creationId xmlns:a16="http://schemas.microsoft.com/office/drawing/2014/main" id="{E8FC2A35-4C58-45F2-84B2-108DABD15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667250"/>
            <a:ext cx="5715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6F7E87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275" b="0">
                <a:solidFill>
                  <a:srgbClr val="6F7E87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275" b="0">
                <a:solidFill>
                  <a:srgbClr val="6F7E87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275" b="0">
                <a:solidFill>
                  <a:srgbClr val="6F7E87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275" b="0">
                <a:solidFill>
                  <a:srgbClr val="6F7E87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275" b="0">
                <a:solidFill>
                  <a:srgbClr val="6F7E87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275" b="0">
                <a:solidFill>
                  <a:srgbClr val="6F7E87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275" b="0">
                <a:solidFill>
                  <a:srgbClr val="6F7E87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275" b="0">
                <a:solidFill>
                  <a:srgbClr val="6F7E87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275" b="0">
                <a:solidFill>
                  <a:srgbClr val="6F7E87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6F7E87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6F7E87"/>
                </a:solidFill>
                <a:latin typeface="PingFang SC"/>
                <a:ea typeface="PingFang SC"/>
                <a:cs typeface="PingFang SC"/>
              </a:rPr>
              <a:t>关键能力：〔按实际实现补充模块与接口〕</a:t>
            </a:r>
          </a:p>
        </p:txBody>
      </p:sp>
      <p:sp>
        <p:nvSpPr>
          <p:cNvPr id="46" name="v3-results-heading">
            <a:extLst xmlns:a="http://schemas.openxmlformats.org/drawingml/2006/main">
              <a:ext uri="{FF2B5EF4-FFF2-40B4-BE49-F238E27FC236}">
                <a16:creationId xmlns:a16="http://schemas.microsoft.com/office/drawing/2014/main" id="{3D047DEF-E2E2-4908-A669-2E26A0302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114550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1">
                <a:solidFill>
                  <a:srgbClr val="A96230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725" b="1">
                <a:solidFill>
                  <a:srgbClr val="A96230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725" b="1">
                <a:solidFill>
                  <a:srgbClr val="A96230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725" b="1">
                <a:solidFill>
                  <a:srgbClr val="A96230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725" b="1">
                <a:solidFill>
                  <a:srgbClr val="A96230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725" b="1">
                <a:solidFill>
                  <a:srgbClr val="A96230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725" b="1">
                <a:solidFill>
                  <a:srgbClr val="A96230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725" b="1">
                <a:solidFill>
                  <a:srgbClr val="A96230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725" b="1">
                <a:solidFill>
                  <a:srgbClr val="A96230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725" b="1">
                <a:solidFill>
                  <a:srgbClr val="A96230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725" b="1">
                <a:solidFill>
                  <a:srgbClr val="A96230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A96230"/>
                </a:solidFill>
                <a:latin typeface="PingFang SC"/>
                <a:ea typeface="PingFang SC"/>
                <a:cs typeface="PingFang SC"/>
              </a:rPr>
              <a:t>成果输出 / 效果</a:t>
            </a:r>
          </a:p>
        </p:txBody>
      </p:sp>
      <p:sp>
        <p:nvSpPr>
          <p:cNvPr id="47" name="v3-code-heading">
            <a:extLst xmlns:a="http://schemas.openxmlformats.org/drawingml/2006/main">
              <a:ext uri="{FF2B5EF4-FFF2-40B4-BE49-F238E27FC236}">
                <a16:creationId xmlns:a16="http://schemas.microsoft.com/office/drawing/2014/main" id="{995CE2FB-DABD-4D4B-82AA-8B59B9103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55270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1">
                <a:solidFill>
                  <a:srgbClr val="273C4D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500" b="1">
                <a:solidFill>
                  <a:srgbClr val="273C4D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500" b="1">
                <a:solidFill>
                  <a:srgbClr val="273C4D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500" b="1">
                <a:solidFill>
                  <a:srgbClr val="273C4D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500" b="1">
                <a:solidFill>
                  <a:srgbClr val="273C4D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500" b="1">
                <a:solidFill>
                  <a:srgbClr val="273C4D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500" b="1">
                <a:solidFill>
                  <a:srgbClr val="273C4D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500" b="1">
                <a:solidFill>
                  <a:srgbClr val="273C4D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500" b="1">
                <a:solidFill>
                  <a:srgbClr val="273C4D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500" b="1">
                <a:solidFill>
                  <a:srgbClr val="273C4D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273C4D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273C4D"/>
                </a:solidFill>
                <a:latin typeface="PingFang SC"/>
                <a:ea typeface="PingFang SC"/>
                <a:cs typeface="PingFang SC"/>
              </a:rPr>
              <a:t>代码量与模块</a:t>
            </a:r>
          </a:p>
        </p:txBody>
      </p:sp>
      <p:sp>
        <p:nvSpPr>
          <p:cNvPr id="48" name="v3-code-values">
            <a:extLst xmlns:a="http://schemas.openxmlformats.org/drawingml/2006/main">
              <a:ext uri="{FF2B5EF4-FFF2-40B4-BE49-F238E27FC236}">
                <a16:creationId xmlns:a16="http://schemas.microsoft.com/office/drawing/2014/main" id="{29D94F2A-132D-40E2-92F0-19625C05D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886075"/>
            <a:ext cx="2381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273C4D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350" b="0">
                <a:solidFill>
                  <a:srgbClr val="273C4D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350" b="0">
                <a:solidFill>
                  <a:srgbClr val="273C4D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350" b="0">
                <a:solidFill>
                  <a:srgbClr val="273C4D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350" b="0">
                <a:solidFill>
                  <a:srgbClr val="273C4D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350" b="0">
                <a:solidFill>
                  <a:srgbClr val="273C4D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350" b="0">
                <a:solidFill>
                  <a:srgbClr val="273C4D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350" b="0">
                <a:solidFill>
                  <a:srgbClr val="273C4D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350" b="0">
                <a:solidFill>
                  <a:srgbClr val="273C4D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350" b="0">
                <a:solidFill>
                  <a:srgbClr val="273C4D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273C4D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273C4D"/>
                </a:solidFill>
                <a:latin typeface="PingFang SC"/>
                <a:ea typeface="PingFang SC"/>
                <a:cs typeface="PingFang SC"/>
              </a:rPr>
              <a:t>有效代码：〔行数〕行</a:t>
            </a:r>
          </a:p>
          <a:p xmlns:a="http://schemas.openxmlformats.org/drawingml/2006/main">
            <a:pPr algn="l">
              <a:defRPr sz="1350" b="0">
                <a:solidFill>
                  <a:srgbClr val="273C4D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273C4D"/>
                </a:solidFill>
                <a:latin typeface="PingFang SC"/>
                <a:ea typeface="PingFang SC"/>
                <a:cs typeface="PingFang SC"/>
              </a:rPr>
              <a:t>核心模块：〔数量〕个</a:t>
            </a:r>
          </a:p>
        </p:txBody>
      </p:sp>
      <p:sp>
        <p:nvSpPr>
          <p:cNvPr id="49" name="v3-efficiency-heading">
            <a:extLst xmlns:a="http://schemas.openxmlformats.org/drawingml/2006/main">
              <a:ext uri="{FF2B5EF4-FFF2-40B4-BE49-F238E27FC236}">
                <a16:creationId xmlns:a16="http://schemas.microsoft.com/office/drawing/2014/main" id="{8D6CCBD6-D390-4B41-B90C-10D533996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35623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1">
                <a:solidFill>
                  <a:srgbClr val="273C4D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500" b="1">
                <a:solidFill>
                  <a:srgbClr val="273C4D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500" b="1">
                <a:solidFill>
                  <a:srgbClr val="273C4D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500" b="1">
                <a:solidFill>
                  <a:srgbClr val="273C4D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500" b="1">
                <a:solidFill>
                  <a:srgbClr val="273C4D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500" b="1">
                <a:solidFill>
                  <a:srgbClr val="273C4D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500" b="1">
                <a:solidFill>
                  <a:srgbClr val="273C4D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500" b="1">
                <a:solidFill>
                  <a:srgbClr val="273C4D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500" b="1">
                <a:solidFill>
                  <a:srgbClr val="273C4D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500" b="1">
                <a:solidFill>
                  <a:srgbClr val="273C4D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273C4D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273C4D"/>
                </a:solidFill>
                <a:latin typeface="PingFang SC"/>
                <a:ea typeface="PingFang SC"/>
                <a:cs typeface="PingFang SC"/>
              </a:rPr>
              <a:t>效率提升</a:t>
            </a:r>
          </a:p>
        </p:txBody>
      </p:sp>
      <p:sp>
        <p:nvSpPr>
          <p:cNvPr id="50" name="v3-efficiency-values">
            <a:extLst xmlns:a="http://schemas.openxmlformats.org/drawingml/2006/main">
              <a:ext uri="{FF2B5EF4-FFF2-40B4-BE49-F238E27FC236}">
                <a16:creationId xmlns:a16="http://schemas.microsoft.com/office/drawing/2014/main" id="{30D88B54-57EC-4D7D-BCCB-80690EA4C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3905250"/>
            <a:ext cx="2381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273C4D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350" b="0">
                <a:solidFill>
                  <a:srgbClr val="273C4D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350" b="0">
                <a:solidFill>
                  <a:srgbClr val="273C4D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350" b="0">
                <a:solidFill>
                  <a:srgbClr val="273C4D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350" b="0">
                <a:solidFill>
                  <a:srgbClr val="273C4D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350" b="0">
                <a:solidFill>
                  <a:srgbClr val="273C4D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350" b="0">
                <a:solidFill>
                  <a:srgbClr val="273C4D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350" b="0">
                <a:solidFill>
                  <a:srgbClr val="273C4D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350" b="0">
                <a:solidFill>
                  <a:srgbClr val="273C4D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350" b="0">
                <a:solidFill>
                  <a:srgbClr val="273C4D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273C4D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273C4D"/>
                </a:solidFill>
                <a:latin typeface="PingFang SC"/>
                <a:ea typeface="PingFang SC"/>
                <a:cs typeface="PingFang SC"/>
              </a:rPr>
              <a:t>优化前：〔X〕分钟 / 条</a:t>
            </a:r>
          </a:p>
          <a:p xmlns:a="http://schemas.openxmlformats.org/drawingml/2006/main">
            <a:pPr algn="l">
              <a:defRPr sz="1350" b="0">
                <a:solidFill>
                  <a:srgbClr val="273C4D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273C4D"/>
                </a:solidFill>
                <a:latin typeface="PingFang SC"/>
                <a:ea typeface="PingFang SC"/>
                <a:cs typeface="PingFang SC"/>
              </a:rPr>
              <a:t>优化后：〔Y〕分钟 / 条</a:t>
            </a:r>
          </a:p>
        </p:txBody>
      </p:sp>
      <p:sp>
        <p:nvSpPr>
          <p:cNvPr id="51" name="v3-efficiency-percent">
            <a:extLst xmlns:a="http://schemas.openxmlformats.org/drawingml/2006/main">
              <a:ext uri="{FF2B5EF4-FFF2-40B4-BE49-F238E27FC236}">
                <a16:creationId xmlns:a16="http://schemas.microsoft.com/office/drawing/2014/main" id="{7DF68474-68C5-4CA1-BF34-4D89F06D8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4495800"/>
            <a:ext cx="238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1">
                <a:solidFill>
                  <a:srgbClr val="A96230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725" b="1">
                <a:solidFill>
                  <a:srgbClr val="A96230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725" b="1">
                <a:solidFill>
                  <a:srgbClr val="A96230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725" b="1">
                <a:solidFill>
                  <a:srgbClr val="A96230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725" b="1">
                <a:solidFill>
                  <a:srgbClr val="A96230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725" b="1">
                <a:solidFill>
                  <a:srgbClr val="A96230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725" b="1">
                <a:solidFill>
                  <a:srgbClr val="A96230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725" b="1">
                <a:solidFill>
                  <a:srgbClr val="A96230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725" b="1">
                <a:solidFill>
                  <a:srgbClr val="A96230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725" b="1">
                <a:solidFill>
                  <a:srgbClr val="A96230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725" b="1">
                <a:solidFill>
                  <a:srgbClr val="A96230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A96230"/>
                </a:solidFill>
                <a:latin typeface="PingFang SC"/>
                <a:ea typeface="PingFang SC"/>
                <a:cs typeface="PingFang SC"/>
              </a:rPr>
              <a:t>耗时下降〔%〕</a:t>
            </a:r>
          </a:p>
        </p:txBody>
      </p:sp>
      <p:sp>
        <p:nvSpPr>
          <p:cNvPr id="52" name="v3-efficiency-sample">
            <a:extLst xmlns:a="http://schemas.openxmlformats.org/drawingml/2006/main">
              <a:ext uri="{FF2B5EF4-FFF2-40B4-BE49-F238E27FC236}">
                <a16:creationId xmlns:a16="http://schemas.microsoft.com/office/drawing/2014/main" id="{19238F28-E618-4CBB-86E7-34B7792FF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4857750"/>
            <a:ext cx="2381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163" b="0">
                <a:solidFill>
                  <a:srgbClr val="6F7E87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163" b="0">
                <a:solidFill>
                  <a:srgbClr val="6F7E87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163" b="0">
                <a:solidFill>
                  <a:srgbClr val="6F7E87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163" b="0">
                <a:solidFill>
                  <a:srgbClr val="6F7E87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163" b="0">
                <a:solidFill>
                  <a:srgbClr val="6F7E87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163" b="0">
                <a:solidFill>
                  <a:srgbClr val="6F7E87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163" b="0">
                <a:solidFill>
                  <a:srgbClr val="6F7E87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163" b="0">
                <a:solidFill>
                  <a:srgbClr val="6F7E87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163" b="0">
                <a:solidFill>
                  <a:srgbClr val="6F7E87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163" b="0">
                <a:solidFill>
                  <a:srgbClr val="6F7E87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163" b="0">
                <a:solidFill>
                  <a:srgbClr val="6F7E87"/>
                </a:solidFill>
                <a:latin typeface="PingFang SC"/>
                <a:ea typeface="PingFang SC"/>
                <a:cs typeface="PingFang SC"/>
              </a:defRPr>
            </a:pPr>
            <a:r>
              <a:rPr sz="1163" b="0">
                <a:solidFill>
                  <a:srgbClr val="6F7E87"/>
                </a:solidFill>
                <a:latin typeface="PingFang SC"/>
                <a:ea typeface="PingFang SC"/>
                <a:cs typeface="PingFang SC"/>
              </a:rPr>
              <a:t>同口径样本数：〔N〕条</a:t>
            </a:r>
          </a:p>
        </p:txBody>
      </p:sp>
      <p:sp>
        <p:nvSpPr>
          <p:cNvPr id="53" name="v3-evidence-rule">
            <a:extLst xmlns:a="http://schemas.openxmlformats.org/drawingml/2006/main">
              <a:ext uri="{FF2B5EF4-FFF2-40B4-BE49-F238E27FC236}">
                <a16:creationId xmlns:a16="http://schemas.microsoft.com/office/drawing/2014/main" id="{D6A3E0DF-DD22-4D67-857A-1A5E0AB4B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5200650"/>
            <a:ext cx="11430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4DCD4"/>
            </a:solidFill>
            <a:prstDash val="solid"/>
          </a:ln>
        </p:spPr>
      </p:sp>
      <p:sp>
        <p:nvSpPr>
          <p:cNvPr id="54" name="v3-uml-heading">
            <a:extLst xmlns:a="http://schemas.openxmlformats.org/drawingml/2006/main">
              <a:ext uri="{FF2B5EF4-FFF2-40B4-BE49-F238E27FC236}">
                <a16:creationId xmlns:a16="http://schemas.microsoft.com/office/drawing/2014/main" id="{4F0FA0A5-EDCE-4126-A19A-D27FACFE3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5314950"/>
            <a:ext cx="32385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A96230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650" b="1">
                <a:solidFill>
                  <a:srgbClr val="A96230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650" b="1">
                <a:solidFill>
                  <a:srgbClr val="A96230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650" b="1">
                <a:solidFill>
                  <a:srgbClr val="A96230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650" b="1">
                <a:solidFill>
                  <a:srgbClr val="A96230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650" b="1">
                <a:solidFill>
                  <a:srgbClr val="A96230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650" b="1">
                <a:solidFill>
                  <a:srgbClr val="A96230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650" b="1">
                <a:solidFill>
                  <a:srgbClr val="A96230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650" b="1">
                <a:solidFill>
                  <a:srgbClr val="A96230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650" b="1">
                <a:solidFill>
                  <a:srgbClr val="A96230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A96230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A96230"/>
                </a:solidFill>
                <a:latin typeface="PingFang SC"/>
                <a:ea typeface="PingFang SC"/>
                <a:cs typeface="PingFang SC"/>
              </a:rPr>
              <a:t>UML 类图</a:t>
            </a:r>
          </a:p>
        </p:txBody>
      </p:sp>
      <p:sp>
        <p:nvSpPr>
          <p:cNvPr id="55" name="v3-uml-vulnerability-frame">
            <a:extLst xmlns:a="http://schemas.openxmlformats.org/drawingml/2006/main">
              <a:ext uri="{FF2B5EF4-FFF2-40B4-BE49-F238E27FC236}">
                <a16:creationId xmlns:a16="http://schemas.microsoft.com/office/drawing/2014/main" id="{E93702E3-5E78-46C5-BF1E-6AF958B33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5667375"/>
            <a:ext cx="12382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6AD96"/>
            </a:solidFill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350" b="1">
                <a:solidFill>
                  <a:srgbClr val="273C4D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350" b="1">
                <a:solidFill>
                  <a:srgbClr val="273C4D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350" b="1">
                <a:solidFill>
                  <a:srgbClr val="273C4D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350" b="1">
                <a:solidFill>
                  <a:srgbClr val="273C4D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350" b="1">
                <a:solidFill>
                  <a:srgbClr val="273C4D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350" b="1">
                <a:solidFill>
                  <a:srgbClr val="273C4D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350" b="1">
                <a:solidFill>
                  <a:srgbClr val="273C4D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350" b="1">
                <a:solidFill>
                  <a:srgbClr val="273C4D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350" b="1">
                <a:solidFill>
                  <a:srgbClr val="273C4D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350" b="1">
                <a:solidFill>
                  <a:srgbClr val="273C4D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56" name="v3-uml-ticket-frame">
            <a:extLst xmlns:a="http://schemas.openxmlformats.org/drawingml/2006/main">
              <a:ext uri="{FF2B5EF4-FFF2-40B4-BE49-F238E27FC236}">
                <a16:creationId xmlns:a16="http://schemas.microsoft.com/office/drawing/2014/main" id="{FAE9147C-AE7A-4866-94AC-0289484CC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5667375"/>
            <a:ext cx="12382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6AD96"/>
            </a:solidFill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350" b="1">
                <a:solidFill>
                  <a:srgbClr val="273C4D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350" b="1">
                <a:solidFill>
                  <a:srgbClr val="273C4D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350" b="1">
                <a:solidFill>
                  <a:srgbClr val="273C4D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350" b="1">
                <a:solidFill>
                  <a:srgbClr val="273C4D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350" b="1">
                <a:solidFill>
                  <a:srgbClr val="273C4D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350" b="1">
                <a:solidFill>
                  <a:srgbClr val="273C4D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350" b="1">
                <a:solidFill>
                  <a:srgbClr val="273C4D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350" b="1">
                <a:solidFill>
                  <a:srgbClr val="273C4D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350" b="1">
                <a:solidFill>
                  <a:srgbClr val="273C4D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350" b="1">
                <a:solidFill>
                  <a:srgbClr val="273C4D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57" name="v3-uml-vulnerability-title">
            <a:extLst xmlns:a="http://schemas.openxmlformats.org/drawingml/2006/main">
              <a:ext uri="{FF2B5EF4-FFF2-40B4-BE49-F238E27FC236}">
                <a16:creationId xmlns:a16="http://schemas.microsoft.com/office/drawing/2014/main" id="{715F180F-C468-4047-81D0-596878F4D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695950"/>
            <a:ext cx="1085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275" b="1">
                <a:solidFill>
                  <a:srgbClr val="273C4D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275" b="1">
                <a:solidFill>
                  <a:srgbClr val="273C4D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275" b="1">
                <a:solidFill>
                  <a:srgbClr val="273C4D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275" b="1">
                <a:solidFill>
                  <a:srgbClr val="273C4D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275" b="1">
                <a:solidFill>
                  <a:srgbClr val="273C4D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275" b="1">
                <a:solidFill>
                  <a:srgbClr val="273C4D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275" b="1">
                <a:solidFill>
                  <a:srgbClr val="273C4D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275" b="1">
                <a:solidFill>
                  <a:srgbClr val="273C4D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275" b="1">
                <a:solidFill>
                  <a:srgbClr val="273C4D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275" b="1">
                <a:solidFill>
                  <a:srgbClr val="273C4D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275" b="1">
                <a:solidFill>
                  <a:srgbClr val="273C4D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273C4D"/>
                </a:solidFill>
                <a:latin typeface="PingFang SC"/>
                <a:ea typeface="PingFang SC"/>
                <a:cs typeface="PingFang SC"/>
              </a:rPr>
              <a:t>漏洞</a:t>
            </a:r>
          </a:p>
        </p:txBody>
      </p:sp>
      <p:sp>
        <p:nvSpPr>
          <p:cNvPr id="58" name="v3-uml-ticket-title">
            <a:extLst xmlns:a="http://schemas.openxmlformats.org/drawingml/2006/main">
              <a:ext uri="{FF2B5EF4-FFF2-40B4-BE49-F238E27FC236}">
                <a16:creationId xmlns:a16="http://schemas.microsoft.com/office/drawing/2014/main" id="{F0A024DB-D5B1-4133-B2B2-C775A9EBF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5695950"/>
            <a:ext cx="1085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275" b="1">
                <a:solidFill>
                  <a:srgbClr val="273C4D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275" b="1">
                <a:solidFill>
                  <a:srgbClr val="273C4D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275" b="1">
                <a:solidFill>
                  <a:srgbClr val="273C4D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275" b="1">
                <a:solidFill>
                  <a:srgbClr val="273C4D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275" b="1">
                <a:solidFill>
                  <a:srgbClr val="273C4D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275" b="1">
                <a:solidFill>
                  <a:srgbClr val="273C4D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275" b="1">
                <a:solidFill>
                  <a:srgbClr val="273C4D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275" b="1">
                <a:solidFill>
                  <a:srgbClr val="273C4D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275" b="1">
                <a:solidFill>
                  <a:srgbClr val="273C4D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275" b="1">
                <a:solidFill>
                  <a:srgbClr val="273C4D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275" b="1">
                <a:solidFill>
                  <a:srgbClr val="273C4D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273C4D"/>
                </a:solidFill>
                <a:latin typeface="PingFang SC"/>
                <a:ea typeface="PingFang SC"/>
                <a:cs typeface="PingFang SC"/>
              </a:rPr>
              <a:t>工单</a:t>
            </a:r>
          </a:p>
        </p:txBody>
      </p:sp>
      <p:sp>
        <p:nvSpPr>
          <p:cNvPr id="59" name="v3-uml-vulnerability-rule">
            <a:extLst xmlns:a="http://schemas.openxmlformats.org/drawingml/2006/main">
              <a:ext uri="{FF2B5EF4-FFF2-40B4-BE49-F238E27FC236}">
                <a16:creationId xmlns:a16="http://schemas.microsoft.com/office/drawing/2014/main" id="{38AB74A8-667D-46A1-9F60-36B6F8761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5972175"/>
            <a:ext cx="1238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6AD96"/>
            </a:solidFill>
            <a:prstDash val="solid"/>
          </a:ln>
        </p:spPr>
      </p:sp>
      <p:sp>
        <p:nvSpPr>
          <p:cNvPr id="60" name="v3-uml-ticket-rule">
            <a:extLst xmlns:a="http://schemas.openxmlformats.org/drawingml/2006/main">
              <a:ext uri="{FF2B5EF4-FFF2-40B4-BE49-F238E27FC236}">
                <a16:creationId xmlns:a16="http://schemas.microsoft.com/office/drawing/2014/main" id="{EF5C124B-9C49-49EC-B963-AD4AC8284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5972175"/>
            <a:ext cx="1238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6AD96"/>
            </a:solidFill>
            <a:prstDash val="solid"/>
          </a:ln>
        </p:spPr>
      </p:sp>
      <p:sp>
        <p:nvSpPr>
          <p:cNvPr id="61" name="v3-uml-vulnerability-fields">
            <a:extLst xmlns:a="http://schemas.openxmlformats.org/drawingml/2006/main">
              <a:ext uri="{FF2B5EF4-FFF2-40B4-BE49-F238E27FC236}">
                <a16:creationId xmlns:a16="http://schemas.microsoft.com/office/drawing/2014/main" id="{802B5072-9999-41AD-B46D-0DBBF5771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048375"/>
            <a:ext cx="1047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125" b="0">
                <a:solidFill>
                  <a:srgbClr val="6F7E87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125" b="0">
                <a:solidFill>
                  <a:srgbClr val="6F7E87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125" b="0">
                <a:solidFill>
                  <a:srgbClr val="6F7E87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125" b="0">
                <a:solidFill>
                  <a:srgbClr val="6F7E87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125" b="0">
                <a:solidFill>
                  <a:srgbClr val="6F7E87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125" b="0">
                <a:solidFill>
                  <a:srgbClr val="6F7E87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125" b="0">
                <a:solidFill>
                  <a:srgbClr val="6F7E87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125" b="0">
                <a:solidFill>
                  <a:srgbClr val="6F7E87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125" b="0">
                <a:solidFill>
                  <a:srgbClr val="6F7E87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125" b="0">
                <a:solidFill>
                  <a:srgbClr val="6F7E87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125" b="0">
                <a:solidFill>
                  <a:srgbClr val="6F7E87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6F7E87"/>
                </a:solidFill>
                <a:latin typeface="PingFang SC"/>
                <a:ea typeface="PingFang SC"/>
                <a:cs typeface="PingFang SC"/>
              </a:rPr>
              <a:t>编号 · 风险等级</a:t>
            </a:r>
          </a:p>
          <a:p xmlns:a="http://schemas.openxmlformats.org/drawingml/2006/main">
            <a:pPr algn="l">
              <a:defRPr sz="1125" b="0">
                <a:solidFill>
                  <a:srgbClr val="6F7E87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6F7E87"/>
                </a:solidFill>
                <a:latin typeface="PingFang SC"/>
                <a:ea typeface="PingFang SC"/>
                <a:cs typeface="PingFang SC"/>
              </a:rPr>
              <a:t>处置状态</a:t>
            </a:r>
          </a:p>
        </p:txBody>
      </p:sp>
      <p:sp>
        <p:nvSpPr>
          <p:cNvPr id="62" name="v3-uml-ticket-fields">
            <a:extLst xmlns:a="http://schemas.openxmlformats.org/drawingml/2006/main">
              <a:ext uri="{FF2B5EF4-FFF2-40B4-BE49-F238E27FC236}">
                <a16:creationId xmlns:a16="http://schemas.microsoft.com/office/drawing/2014/main" id="{93A70CB4-9FC9-47A8-8D9D-CF844785B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6048375"/>
            <a:ext cx="1047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125" b="0">
                <a:solidFill>
                  <a:srgbClr val="6F7E87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125" b="0">
                <a:solidFill>
                  <a:srgbClr val="6F7E87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125" b="0">
                <a:solidFill>
                  <a:srgbClr val="6F7E87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125" b="0">
                <a:solidFill>
                  <a:srgbClr val="6F7E87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125" b="0">
                <a:solidFill>
                  <a:srgbClr val="6F7E87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125" b="0">
                <a:solidFill>
                  <a:srgbClr val="6F7E87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125" b="0">
                <a:solidFill>
                  <a:srgbClr val="6F7E87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125" b="0">
                <a:solidFill>
                  <a:srgbClr val="6F7E87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125" b="0">
                <a:solidFill>
                  <a:srgbClr val="6F7E87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125" b="0">
                <a:solidFill>
                  <a:srgbClr val="6F7E87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125" b="0">
                <a:solidFill>
                  <a:srgbClr val="6F7E87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6F7E87"/>
                </a:solidFill>
                <a:latin typeface="PingFang SC"/>
                <a:ea typeface="PingFang SC"/>
                <a:cs typeface="PingFang SC"/>
              </a:rPr>
              <a:t>责任人 · 时限</a:t>
            </a:r>
          </a:p>
          <a:p xmlns:a="http://schemas.openxmlformats.org/drawingml/2006/main">
            <a:pPr algn="l">
              <a:defRPr sz="1125" b="0">
                <a:solidFill>
                  <a:srgbClr val="6F7E87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6F7E87"/>
                </a:solidFill>
                <a:latin typeface="PingFang SC"/>
                <a:ea typeface="PingFang SC"/>
                <a:cs typeface="PingFang SC"/>
              </a:rPr>
              <a:t>复测结果</a:t>
            </a:r>
          </a:p>
        </p:txBody>
      </p:sp>
      <p:sp>
        <p:nvSpPr>
          <p:cNvPr id="63" name="v3-uml-association">
            <a:extLst xmlns:a="http://schemas.openxmlformats.org/drawingml/2006/main">
              <a:ext uri="{FF2B5EF4-FFF2-40B4-BE49-F238E27FC236}">
                <a16:creationId xmlns:a16="http://schemas.microsoft.com/office/drawing/2014/main" id="{19217666-AAD2-4C45-A3EC-15929A8FB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6124575"/>
            <a:ext cx="495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C6AD96"/>
            </a:solidFill>
            <a:prstDash val="solid"/>
          </a:ln>
        </p:spPr>
      </p:sp>
      <p:sp>
        <p:nvSpPr>
          <p:cNvPr id="64" name="v3-uml-one">
            <a:extLst xmlns:a="http://schemas.openxmlformats.org/drawingml/2006/main">
              <a:ext uri="{FF2B5EF4-FFF2-40B4-BE49-F238E27FC236}">
                <a16:creationId xmlns:a16="http://schemas.microsoft.com/office/drawing/2014/main" id="{07CE4B87-BF32-4D4F-9215-B2096F503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5915025"/>
            <a:ext cx="133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6F7E87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050" b="0">
                <a:solidFill>
                  <a:srgbClr val="6F7E87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050" b="0">
                <a:solidFill>
                  <a:srgbClr val="6F7E87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050" b="0">
                <a:solidFill>
                  <a:srgbClr val="6F7E87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050" b="0">
                <a:solidFill>
                  <a:srgbClr val="6F7E87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050" b="0">
                <a:solidFill>
                  <a:srgbClr val="6F7E87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050" b="0">
                <a:solidFill>
                  <a:srgbClr val="6F7E87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050" b="0">
                <a:solidFill>
                  <a:srgbClr val="6F7E87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050" b="0">
                <a:solidFill>
                  <a:srgbClr val="6F7E87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050" b="0">
                <a:solidFill>
                  <a:srgbClr val="6F7E87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6F7E87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6F7E87"/>
                </a:solidFill>
                <a:latin typeface="PingFang SC"/>
                <a:ea typeface="PingFang SC"/>
                <a:cs typeface="PingFang SC"/>
              </a:rPr>
              <a:t>1</a:t>
            </a:r>
          </a:p>
        </p:txBody>
      </p:sp>
      <p:sp>
        <p:nvSpPr>
          <p:cNvPr id="65" name="v3-uml-many">
            <a:extLst xmlns:a="http://schemas.openxmlformats.org/drawingml/2006/main">
              <a:ext uri="{FF2B5EF4-FFF2-40B4-BE49-F238E27FC236}">
                <a16:creationId xmlns:a16="http://schemas.microsoft.com/office/drawing/2014/main" id="{BBAEA354-4972-4341-B1D8-2631592D6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71675" y="5915025"/>
            <a:ext cx="114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6F7E87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050" b="0">
                <a:solidFill>
                  <a:srgbClr val="6F7E87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050" b="0">
                <a:solidFill>
                  <a:srgbClr val="6F7E87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050" b="0">
                <a:solidFill>
                  <a:srgbClr val="6F7E87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050" b="0">
                <a:solidFill>
                  <a:srgbClr val="6F7E87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050" b="0">
                <a:solidFill>
                  <a:srgbClr val="6F7E87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050" b="0">
                <a:solidFill>
                  <a:srgbClr val="6F7E87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050" b="0">
                <a:solidFill>
                  <a:srgbClr val="6F7E87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050" b="0">
                <a:solidFill>
                  <a:srgbClr val="6F7E87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050" b="0">
                <a:solidFill>
                  <a:srgbClr val="6F7E87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6F7E87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6F7E87"/>
                </a:solidFill>
                <a:latin typeface="PingFang SC"/>
                <a:ea typeface="PingFang SC"/>
                <a:cs typeface="PingFang SC"/>
              </a:rPr>
              <a:t>*</a:t>
            </a:r>
          </a:p>
        </p:txBody>
      </p:sp>
      <p:sp>
        <p:nvSpPr>
          <p:cNvPr id="66" name="v3-sequence-heading">
            <a:extLst xmlns:a="http://schemas.openxmlformats.org/drawingml/2006/main">
              <a:ext uri="{FF2B5EF4-FFF2-40B4-BE49-F238E27FC236}">
                <a16:creationId xmlns:a16="http://schemas.microsoft.com/office/drawing/2014/main" id="{3A8964DF-4209-4714-AB3B-80DB01818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5314950"/>
            <a:ext cx="39052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A96230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650" b="1">
                <a:solidFill>
                  <a:srgbClr val="A96230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650" b="1">
                <a:solidFill>
                  <a:srgbClr val="A96230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650" b="1">
                <a:solidFill>
                  <a:srgbClr val="A96230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650" b="1">
                <a:solidFill>
                  <a:srgbClr val="A96230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650" b="1">
                <a:solidFill>
                  <a:srgbClr val="A96230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650" b="1">
                <a:solidFill>
                  <a:srgbClr val="A96230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650" b="1">
                <a:solidFill>
                  <a:srgbClr val="A96230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650" b="1">
                <a:solidFill>
                  <a:srgbClr val="A96230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650" b="1">
                <a:solidFill>
                  <a:srgbClr val="A96230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A96230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A96230"/>
                </a:solidFill>
                <a:latin typeface="PingFang SC"/>
                <a:ea typeface="PingFang SC"/>
                <a:cs typeface="PingFang SC"/>
              </a:rPr>
              <a:t>时序图</a:t>
            </a:r>
          </a:p>
        </p:txBody>
      </p:sp>
      <p:sp>
        <p:nvSpPr>
          <p:cNvPr id="67" name="v3-sequence-actor-0">
            <a:extLst xmlns:a="http://schemas.openxmlformats.org/drawingml/2006/main">
              <a:ext uri="{FF2B5EF4-FFF2-40B4-BE49-F238E27FC236}">
                <a16:creationId xmlns:a16="http://schemas.microsoft.com/office/drawing/2014/main" id="{44AEF5A6-E09D-4D04-9BCF-7EF95520D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5667375"/>
            <a:ext cx="8763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0E9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275" b="1">
                <a:solidFill>
                  <a:srgbClr val="273C4D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275" b="1">
                <a:solidFill>
                  <a:srgbClr val="273C4D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275" b="1">
                <a:solidFill>
                  <a:srgbClr val="273C4D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275" b="1">
                <a:solidFill>
                  <a:srgbClr val="273C4D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275" b="1">
                <a:solidFill>
                  <a:srgbClr val="273C4D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275" b="1">
                <a:solidFill>
                  <a:srgbClr val="273C4D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275" b="1">
                <a:solidFill>
                  <a:srgbClr val="273C4D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275" b="1">
                <a:solidFill>
                  <a:srgbClr val="273C4D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275" b="1">
                <a:solidFill>
                  <a:srgbClr val="273C4D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275" b="1">
                <a:solidFill>
                  <a:srgbClr val="273C4D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275" b="1">
                <a:solidFill>
                  <a:srgbClr val="273C4D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273C4D"/>
                </a:solidFill>
                <a:latin typeface="PingFang SC"/>
                <a:ea typeface="PingFang SC"/>
                <a:cs typeface="PingFang SC"/>
              </a:rPr>
              <a:t>提交者</a:t>
            </a:r>
          </a:p>
        </p:txBody>
      </p:sp>
      <p:sp>
        <p:nvSpPr>
          <p:cNvPr id="68" name="v3-sequence-life-0">
            <a:extLst xmlns:a="http://schemas.openxmlformats.org/drawingml/2006/main">
              <a:ext uri="{FF2B5EF4-FFF2-40B4-BE49-F238E27FC236}">
                <a16:creationId xmlns:a16="http://schemas.microsoft.com/office/drawing/2014/main" id="{DE0110BA-CD63-4D13-85EC-D8D882D6F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5953125"/>
            <a:ext cx="0" cy="5810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6AD96"/>
            </a:solidFill>
            <a:prstDash val="dash"/>
          </a:ln>
        </p:spPr>
      </p:sp>
      <p:sp>
        <p:nvSpPr>
          <p:cNvPr id="69" name="v3-sequence-actor-1">
            <a:extLst xmlns:a="http://schemas.openxmlformats.org/drawingml/2006/main">
              <a:ext uri="{FF2B5EF4-FFF2-40B4-BE49-F238E27FC236}">
                <a16:creationId xmlns:a16="http://schemas.microsoft.com/office/drawing/2014/main" id="{ABFD69F1-16B8-4D9C-995F-E90F14B6E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8775" y="5667375"/>
            <a:ext cx="8763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0E9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275" b="1">
                <a:solidFill>
                  <a:srgbClr val="273C4D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275" b="1">
                <a:solidFill>
                  <a:srgbClr val="273C4D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275" b="1">
                <a:solidFill>
                  <a:srgbClr val="273C4D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275" b="1">
                <a:solidFill>
                  <a:srgbClr val="273C4D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275" b="1">
                <a:solidFill>
                  <a:srgbClr val="273C4D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275" b="1">
                <a:solidFill>
                  <a:srgbClr val="273C4D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275" b="1">
                <a:solidFill>
                  <a:srgbClr val="273C4D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275" b="1">
                <a:solidFill>
                  <a:srgbClr val="273C4D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275" b="1">
                <a:solidFill>
                  <a:srgbClr val="273C4D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275" b="1">
                <a:solidFill>
                  <a:srgbClr val="273C4D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275" b="1">
                <a:solidFill>
                  <a:srgbClr val="273C4D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273C4D"/>
                </a:solidFill>
                <a:latin typeface="PingFang SC"/>
                <a:ea typeface="PingFang SC"/>
                <a:cs typeface="PingFang SC"/>
              </a:rPr>
              <a:t>平台</a:t>
            </a:r>
          </a:p>
        </p:txBody>
      </p:sp>
      <p:sp>
        <p:nvSpPr>
          <p:cNvPr id="70" name="v3-sequence-life-1">
            <a:extLst xmlns:a="http://schemas.openxmlformats.org/drawingml/2006/main">
              <a:ext uri="{FF2B5EF4-FFF2-40B4-BE49-F238E27FC236}">
                <a16:creationId xmlns:a16="http://schemas.microsoft.com/office/drawing/2014/main" id="{104B423C-4553-4BBE-B021-12323D4E6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6925" y="5953125"/>
            <a:ext cx="0" cy="5810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6AD96"/>
            </a:solidFill>
            <a:prstDash val="dash"/>
          </a:ln>
        </p:spPr>
      </p:sp>
      <p:sp>
        <p:nvSpPr>
          <p:cNvPr id="71" name="v3-sequence-actor-2">
            <a:extLst xmlns:a="http://schemas.openxmlformats.org/drawingml/2006/main">
              <a:ext uri="{FF2B5EF4-FFF2-40B4-BE49-F238E27FC236}">
                <a16:creationId xmlns:a16="http://schemas.microsoft.com/office/drawing/2014/main" id="{3E047C21-1F52-48E2-8FF4-65BF9F505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5667375"/>
            <a:ext cx="8763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0E9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275" b="1">
                <a:solidFill>
                  <a:srgbClr val="273C4D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275" b="1">
                <a:solidFill>
                  <a:srgbClr val="273C4D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275" b="1">
                <a:solidFill>
                  <a:srgbClr val="273C4D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275" b="1">
                <a:solidFill>
                  <a:srgbClr val="273C4D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275" b="1">
                <a:solidFill>
                  <a:srgbClr val="273C4D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275" b="1">
                <a:solidFill>
                  <a:srgbClr val="273C4D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275" b="1">
                <a:solidFill>
                  <a:srgbClr val="273C4D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275" b="1">
                <a:solidFill>
                  <a:srgbClr val="273C4D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275" b="1">
                <a:solidFill>
                  <a:srgbClr val="273C4D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275" b="1">
                <a:solidFill>
                  <a:srgbClr val="273C4D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275" b="1">
                <a:solidFill>
                  <a:srgbClr val="273C4D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273C4D"/>
                </a:solidFill>
                <a:latin typeface="PingFang SC"/>
                <a:ea typeface="PingFang SC"/>
                <a:cs typeface="PingFang SC"/>
              </a:rPr>
              <a:t>处理人</a:t>
            </a:r>
          </a:p>
        </p:txBody>
      </p:sp>
      <p:sp>
        <p:nvSpPr>
          <p:cNvPr id="72" name="v3-sequence-life-2">
            <a:extLst xmlns:a="http://schemas.openxmlformats.org/drawingml/2006/main">
              <a:ext uri="{FF2B5EF4-FFF2-40B4-BE49-F238E27FC236}">
                <a16:creationId xmlns:a16="http://schemas.microsoft.com/office/drawing/2014/main" id="{DF52CFFA-598C-4D3E-9091-C9D936E71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5953125"/>
            <a:ext cx="0" cy="5810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6AD96"/>
            </a:solidFill>
            <a:prstDash val="dash"/>
          </a:ln>
        </p:spPr>
      </p:sp>
      <p:cxnSp>
        <p:nvCxnSpPr>
          <p:cNvPr id="73" name="v3-sequence-message-0">
            <a:extLst xmlns:a="http://schemas.openxmlformats.org/drawingml/2006/main">
              <a:ext uri="{FF2B5EF4-FFF2-40B4-BE49-F238E27FC236}">
                <a16:creationId xmlns:a16="http://schemas.microsoft.com/office/drawing/2014/main" id="{3091C1C5-C746-4092-9A78-55FB1B2BFC44}"/>
              </a:ext>
            </a:extLst>
          </p:cNvPr>
          <p:cNvCxnSpPr/>
          <p:nvPr/>
        </p:nvCxnSpPr>
        <p:spPr>
          <a:xfrm xmlns:a="http://schemas.openxmlformats.org/drawingml/2006/main" flipH="0">
            <a:off x="4362450" y="6096000"/>
            <a:ext cx="1514475" cy="0"/>
          </a:xfrm>
          <a:prstGeom xmlns:a="http://schemas.openxmlformats.org/drawingml/2006/main" prst="straightConnector1">
            <a:avLst/>
          </a:prstGeom>
          <a:ln xmlns:a="http://schemas.openxmlformats.org/drawingml/2006/main" w="11430">
            <a:solidFill>
              <a:srgbClr val="C6AD96"/>
            </a:solidFill>
            <a:tailEnd type="triangle" w="sm" len="sm"/>
          </a:ln>
        </p:spPr>
      </p:cxnSp>
      <p:sp>
        <p:nvSpPr>
          <p:cNvPr id="74" name="v3-sequence-message-label-0">
            <a:extLst xmlns:a="http://schemas.openxmlformats.org/drawingml/2006/main">
              <a:ext uri="{FF2B5EF4-FFF2-40B4-BE49-F238E27FC236}">
                <a16:creationId xmlns:a16="http://schemas.microsoft.com/office/drawing/2014/main" id="{F8396F53-7EED-446C-A806-76D736976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5915025"/>
            <a:ext cx="12096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088" b="0">
                <a:solidFill>
                  <a:srgbClr val="6F7E87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088" b="0">
                <a:solidFill>
                  <a:srgbClr val="6F7E87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088" b="0">
                <a:solidFill>
                  <a:srgbClr val="6F7E87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088" b="0">
                <a:solidFill>
                  <a:srgbClr val="6F7E87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088" b="0">
                <a:solidFill>
                  <a:srgbClr val="6F7E87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088" b="0">
                <a:solidFill>
                  <a:srgbClr val="6F7E87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088" b="0">
                <a:solidFill>
                  <a:srgbClr val="6F7E87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088" b="0">
                <a:solidFill>
                  <a:srgbClr val="6F7E87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088" b="0">
                <a:solidFill>
                  <a:srgbClr val="6F7E87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088" b="0">
                <a:solidFill>
                  <a:srgbClr val="6F7E87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125" b="0">
                <a:solidFill>
                  <a:srgbClr val="6F7E87"/>
                </a:solidFill>
                <a:latin typeface="PingFang SC"/>
                <a:ea typeface="PingFang SC"/>
                <a:cs typeface="PingFang SC"/>
              </a:defRPr>
            </a:pPr>
            <a:r>
              <a:rPr sz="1088" b="0">
                <a:solidFill>
                  <a:srgbClr val="6F7E87"/>
                </a:solidFill>
                <a:latin typeface="PingFang SC"/>
                <a:ea typeface="PingFang SC"/>
                <a:cs typeface="PingFang SC"/>
              </a:rPr>
              <a:t>上报</a:t>
            </a:r>
          </a:p>
        </p:txBody>
      </p:sp>
      <p:cxnSp>
        <p:nvCxnSpPr>
          <p:cNvPr id="75" name="v3-sequence-message-1">
            <a:extLst xmlns:a="http://schemas.openxmlformats.org/drawingml/2006/main">
              <a:ext uri="{FF2B5EF4-FFF2-40B4-BE49-F238E27FC236}">
                <a16:creationId xmlns:a16="http://schemas.microsoft.com/office/drawing/2014/main" id="{BB9BF69C-1D8D-4467-829A-3CAA8426C5C0}"/>
              </a:ext>
            </a:extLst>
          </p:cNvPr>
          <p:cNvCxnSpPr/>
          <p:nvPr/>
        </p:nvCxnSpPr>
        <p:spPr>
          <a:xfrm xmlns:a="http://schemas.openxmlformats.org/drawingml/2006/main" flipH="0">
            <a:off x="5876925" y="6296025"/>
            <a:ext cx="1514475" cy="0"/>
          </a:xfrm>
          <a:prstGeom xmlns:a="http://schemas.openxmlformats.org/drawingml/2006/main" prst="straightConnector1">
            <a:avLst/>
          </a:prstGeom>
          <a:ln xmlns:a="http://schemas.openxmlformats.org/drawingml/2006/main" w="11430">
            <a:solidFill>
              <a:srgbClr val="C6AD96"/>
            </a:solidFill>
            <a:tailEnd type="triangle" w="sm" len="sm"/>
          </a:ln>
        </p:spPr>
      </p:cxnSp>
      <p:sp>
        <p:nvSpPr>
          <p:cNvPr id="76" name="v3-sequence-message-label-1">
            <a:extLst xmlns:a="http://schemas.openxmlformats.org/drawingml/2006/main">
              <a:ext uri="{FF2B5EF4-FFF2-40B4-BE49-F238E27FC236}">
                <a16:creationId xmlns:a16="http://schemas.microsoft.com/office/drawing/2014/main" id="{0C192969-F8E9-4455-90A5-58414D151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29325" y="6115050"/>
            <a:ext cx="12096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088" b="0">
                <a:solidFill>
                  <a:srgbClr val="6F7E87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088" b="0">
                <a:solidFill>
                  <a:srgbClr val="6F7E87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088" b="0">
                <a:solidFill>
                  <a:srgbClr val="6F7E87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088" b="0">
                <a:solidFill>
                  <a:srgbClr val="6F7E87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088" b="0">
                <a:solidFill>
                  <a:srgbClr val="6F7E87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088" b="0">
                <a:solidFill>
                  <a:srgbClr val="6F7E87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088" b="0">
                <a:solidFill>
                  <a:srgbClr val="6F7E87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088" b="0">
                <a:solidFill>
                  <a:srgbClr val="6F7E87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088" b="0">
                <a:solidFill>
                  <a:srgbClr val="6F7E87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088" b="0">
                <a:solidFill>
                  <a:srgbClr val="6F7E87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125" b="0">
                <a:solidFill>
                  <a:srgbClr val="6F7E87"/>
                </a:solidFill>
                <a:latin typeface="PingFang SC"/>
                <a:ea typeface="PingFang SC"/>
                <a:cs typeface="PingFang SC"/>
              </a:defRPr>
            </a:pPr>
            <a:r>
              <a:rPr sz="1088" b="0">
                <a:solidFill>
                  <a:srgbClr val="6F7E87"/>
                </a:solidFill>
                <a:latin typeface="PingFang SC"/>
                <a:ea typeface="PingFang SC"/>
                <a:cs typeface="PingFang SC"/>
              </a:rPr>
              <a:t>分派</a:t>
            </a:r>
          </a:p>
        </p:txBody>
      </p:sp>
      <p:sp>
        <p:nvSpPr>
          <p:cNvPr id="77" name="v3-web-heading">
            <a:extLst xmlns:a="http://schemas.openxmlformats.org/drawingml/2006/main">
              <a:ext uri="{FF2B5EF4-FFF2-40B4-BE49-F238E27FC236}">
                <a16:creationId xmlns:a16="http://schemas.microsoft.com/office/drawing/2014/main" id="{E8D57F3B-8C27-4C26-9396-53430A52B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5314950"/>
            <a:ext cx="34671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A96230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650" b="1">
                <a:solidFill>
                  <a:srgbClr val="A96230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650" b="1">
                <a:solidFill>
                  <a:srgbClr val="A96230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650" b="1">
                <a:solidFill>
                  <a:srgbClr val="A96230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650" b="1">
                <a:solidFill>
                  <a:srgbClr val="A96230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650" b="1">
                <a:solidFill>
                  <a:srgbClr val="A96230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650" b="1">
                <a:solidFill>
                  <a:srgbClr val="A96230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650" b="1">
                <a:solidFill>
                  <a:srgbClr val="A96230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650" b="1">
                <a:solidFill>
                  <a:srgbClr val="A96230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650" b="1">
                <a:solidFill>
                  <a:srgbClr val="A96230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A96230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A96230"/>
                </a:solidFill>
                <a:latin typeface="PingFang SC"/>
                <a:ea typeface="PingFang SC"/>
                <a:cs typeface="PingFang SC"/>
              </a:rPr>
              <a:t>网页展示</a:t>
            </a:r>
          </a:p>
        </p:txBody>
      </p:sp>
      <p:sp>
        <p:nvSpPr>
          <p:cNvPr id="78" name="v3-web-placeholder">
            <a:extLst xmlns:a="http://schemas.openxmlformats.org/drawingml/2006/main">
              <a:ext uri="{FF2B5EF4-FFF2-40B4-BE49-F238E27FC236}">
                <a16:creationId xmlns:a16="http://schemas.microsoft.com/office/drawing/2014/main" id="{CDB8DE69-26D4-4AB4-BBF6-BD89F8EFF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5667375"/>
            <a:ext cx="34671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F7F4"/>
          </a:solidFill>
          <a:ln xmlns:a="http://schemas.openxmlformats.org/drawingml/2006/main" w="9525">
            <a:solidFill>
              <a:srgbClr val="E4DCD4"/>
            </a:solidFill>
            <a:prstDash val="dash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275" b="0">
                <a:solidFill>
                  <a:srgbClr val="6F7E87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275" b="0">
                <a:solidFill>
                  <a:srgbClr val="6F7E87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275" b="0">
                <a:solidFill>
                  <a:srgbClr val="6F7E87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275" b="0">
                <a:solidFill>
                  <a:srgbClr val="6F7E87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275" b="0">
                <a:solidFill>
                  <a:srgbClr val="6F7E87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275" b="0">
                <a:solidFill>
                  <a:srgbClr val="6F7E87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275" b="0">
                <a:solidFill>
                  <a:srgbClr val="6F7E87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275" b="0">
                <a:solidFill>
                  <a:srgbClr val="6F7E87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275" b="0">
                <a:solidFill>
                  <a:srgbClr val="6F7E87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275" b="0">
                <a:solidFill>
                  <a:srgbClr val="6F7E87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275" b="1">
                <a:solidFill>
                  <a:srgbClr val="273C4D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6F7E87"/>
                </a:solidFill>
                <a:latin typeface="PingFang SC"/>
                <a:ea typeface="PingFang SC"/>
                <a:cs typeface="PingFang SC"/>
              </a:rPr>
              <a:t>〔插入系统网页截图〕</a:t>
            </a:r>
          </a:p>
          <a:p xmlns:a="http://schemas.openxmlformats.org/drawingml/2006/main">
            <a:pPr algn="ctr">
              <a:defRPr sz="1275" b="1">
                <a:solidFill>
                  <a:srgbClr val="273C4D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6F7E87"/>
                </a:solidFill>
                <a:latin typeface="PingFang SC"/>
                <a:ea typeface="PingFang SC"/>
                <a:cs typeface="PingFang SC"/>
              </a:rPr>
              <a:t>〔标注关键页面与功能〕</a:t>
            </a:r>
          </a:p>
        </p:txBody>
      </p:sp>
      <p:sp>
        <p:nvSpPr>
          <p:cNvPr id="79" name="v3-note">
            <a:extLst xmlns:a="http://schemas.openxmlformats.org/drawingml/2006/main">
              <a:ext uri="{FF2B5EF4-FFF2-40B4-BE49-F238E27FC236}">
                <a16:creationId xmlns:a16="http://schemas.microsoft.com/office/drawing/2014/main" id="{43923858-B978-4E58-87C2-D4F101895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657975"/>
            <a:ext cx="68580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6F7E87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050" b="0">
                <a:solidFill>
                  <a:srgbClr val="6F7E87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050" b="0">
                <a:solidFill>
                  <a:srgbClr val="6F7E87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050" b="0">
                <a:solidFill>
                  <a:srgbClr val="6F7E87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050" b="0">
                <a:solidFill>
                  <a:srgbClr val="6F7E87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050" b="0">
                <a:solidFill>
                  <a:srgbClr val="6F7E87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050" b="0">
                <a:solidFill>
                  <a:srgbClr val="6F7E87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050" b="0">
                <a:solidFill>
                  <a:srgbClr val="6F7E87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050" b="0">
                <a:solidFill>
                  <a:srgbClr val="6F7E87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050" b="0">
                <a:solidFill>
                  <a:srgbClr val="6F7E87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6F7E87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6F7E87"/>
                </a:solidFill>
                <a:latin typeface="PingFang SC"/>
                <a:ea typeface="PingFang SC"/>
                <a:cs typeface="PingFang SC"/>
              </a:rPr>
              <a:t>图示为方案示意，数据与截图待填写</a:t>
            </a:r>
          </a:p>
        </p:txBody>
      </p:sp>
      <p:sp>
        <p:nvSpPr>
          <p:cNvPr id="80" name="v3-footer">
            <a:extLst xmlns:a="http://schemas.openxmlformats.org/drawingml/2006/main">
              <a:ext uri="{FF2B5EF4-FFF2-40B4-BE49-F238E27FC236}">
                <a16:creationId xmlns:a16="http://schemas.microsoft.com/office/drawing/2014/main" id="{356F3C89-6482-4379-889D-11024A236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6657975"/>
            <a:ext cx="42862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050" b="0">
                <a:solidFill>
                  <a:srgbClr val="6F7E87"/>
                </a:solidFill>
                <a:latin typeface="PingFang SC"/>
                <a:ea typeface="PingFang SC"/>
                <a:cs typeface="PingFang SC"/>
              </a:defRPr>
            </a:defPPr>
            <a:lvl1pPr algn="r">
              <a:defRPr sz="1050" b="0">
                <a:solidFill>
                  <a:srgbClr val="6F7E87"/>
                </a:solidFill>
                <a:latin typeface="PingFang SC"/>
                <a:ea typeface="PingFang SC"/>
                <a:cs typeface="PingFang SC"/>
              </a:defRPr>
            </a:lvl1pPr>
            <a:lvl2pPr algn="r">
              <a:defRPr sz="1050" b="0">
                <a:solidFill>
                  <a:srgbClr val="6F7E87"/>
                </a:solidFill>
                <a:latin typeface="PingFang SC"/>
                <a:ea typeface="PingFang SC"/>
                <a:cs typeface="PingFang SC"/>
              </a:defRPr>
            </a:lvl2pPr>
            <a:lvl3pPr algn="r">
              <a:defRPr sz="1050" b="0">
                <a:solidFill>
                  <a:srgbClr val="6F7E87"/>
                </a:solidFill>
                <a:latin typeface="PingFang SC"/>
                <a:ea typeface="PingFang SC"/>
                <a:cs typeface="PingFang SC"/>
              </a:defRPr>
            </a:lvl3pPr>
            <a:lvl4pPr algn="r">
              <a:defRPr sz="1050" b="0">
                <a:solidFill>
                  <a:srgbClr val="6F7E87"/>
                </a:solidFill>
                <a:latin typeface="PingFang SC"/>
                <a:ea typeface="PingFang SC"/>
                <a:cs typeface="PingFang SC"/>
              </a:defRPr>
            </a:lvl4pPr>
            <a:lvl5pPr algn="r">
              <a:defRPr sz="1050" b="0">
                <a:solidFill>
                  <a:srgbClr val="6F7E87"/>
                </a:solidFill>
                <a:latin typeface="PingFang SC"/>
                <a:ea typeface="PingFang SC"/>
                <a:cs typeface="PingFang SC"/>
              </a:defRPr>
            </a:lvl5pPr>
            <a:lvl6pPr algn="r">
              <a:defRPr sz="1050" b="0">
                <a:solidFill>
                  <a:srgbClr val="6F7E87"/>
                </a:solidFill>
                <a:latin typeface="PingFang SC"/>
                <a:ea typeface="PingFang SC"/>
                <a:cs typeface="PingFang SC"/>
              </a:defRPr>
            </a:lvl6pPr>
            <a:lvl7pPr algn="r">
              <a:defRPr sz="1050" b="0">
                <a:solidFill>
                  <a:srgbClr val="6F7E87"/>
                </a:solidFill>
                <a:latin typeface="PingFang SC"/>
                <a:ea typeface="PingFang SC"/>
                <a:cs typeface="PingFang SC"/>
              </a:defRPr>
            </a:lvl7pPr>
            <a:lvl8pPr algn="r">
              <a:defRPr sz="1050" b="0">
                <a:solidFill>
                  <a:srgbClr val="6F7E87"/>
                </a:solidFill>
                <a:latin typeface="PingFang SC"/>
                <a:ea typeface="PingFang SC"/>
                <a:cs typeface="PingFang SC"/>
              </a:defRPr>
            </a:lvl8pPr>
            <a:lvl9pPr algn="r">
              <a:defRPr sz="1050" b="0">
                <a:solidFill>
                  <a:srgbClr val="6F7E87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r">
              <a:defRPr sz="1050" b="0">
                <a:solidFill>
                  <a:srgbClr val="6F7E87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6F7E87"/>
                </a:solidFill>
                <a:latin typeface="PingFang SC"/>
                <a:ea typeface="PingFang SC"/>
                <a:cs typeface="PingFang SC"/>
              </a:rPr>
              <a:t>汇报人：〔姓名〕  |  日期：〔日期〕</a:t>
            </a:r>
          </a:p>
        </p:txBody>
      </p:sp>
      <p:cxnSp>
        <p:nvCxnSpPr>
          <p:cNvPr id="81" name="v3-sequence-return">
            <a:extLst xmlns:a="http://schemas.openxmlformats.org/drawingml/2006/main">
              <a:ext uri="{FF2B5EF4-FFF2-40B4-BE49-F238E27FC236}">
                <a16:creationId xmlns:a16="http://schemas.microsoft.com/office/drawing/2014/main" id="{FF56CADA-6230-4C03-BF03-6D60F5C4AB85}"/>
              </a:ext>
            </a:extLst>
          </p:cNvPr>
          <p:cNvCxnSpPr/>
          <p:nvPr/>
        </p:nvCxnSpPr>
        <p:spPr>
          <a:xfrm xmlns:a="http://schemas.openxmlformats.org/drawingml/2006/main" flipH="1">
            <a:off x="5876925" y="6496050"/>
            <a:ext cx="1514475" cy="0"/>
          </a:xfrm>
          <a:prstGeom xmlns:a="http://schemas.openxmlformats.org/drawingml/2006/main" prst="straightConnector1">
            <a:avLst/>
          </a:prstGeom>
          <a:ln xmlns:a="http://schemas.openxmlformats.org/drawingml/2006/main" w="11430">
            <a:solidFill>
              <a:srgbClr val="C6AD96"/>
            </a:solidFill>
            <a:tailEnd type="triangle" w="sm" len="sm"/>
          </a:ln>
        </p:spPr>
      </p:cxnSp>
      <p:sp>
        <p:nvSpPr>
          <p:cNvPr id="82" name="v3-sequence-return-label">
            <a:extLst xmlns:a="http://schemas.openxmlformats.org/drawingml/2006/main">
              <a:ext uri="{FF2B5EF4-FFF2-40B4-BE49-F238E27FC236}">
                <a16:creationId xmlns:a16="http://schemas.microsoft.com/office/drawing/2014/main" id="{D6ED6E39-4682-4C51-8378-95CAD9889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29325" y="6315075"/>
            <a:ext cx="12096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ctr">
              <a:defRPr sz="1088">
                <a:solidFill>
                  <a:srgbClr val="6F7E87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088">
                <a:solidFill>
                  <a:srgbClr val="6F7E87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088">
                <a:solidFill>
                  <a:srgbClr val="6F7E87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088">
                <a:solidFill>
                  <a:srgbClr val="6F7E87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088">
                <a:solidFill>
                  <a:srgbClr val="6F7E87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088">
                <a:solidFill>
                  <a:srgbClr val="6F7E87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088">
                <a:solidFill>
                  <a:srgbClr val="6F7E87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088">
                <a:solidFill>
                  <a:srgbClr val="6F7E87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088">
                <a:solidFill>
                  <a:srgbClr val="6F7E87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088">
                <a:solidFill>
                  <a:srgbClr val="6F7E87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088">
                <a:solidFill>
                  <a:srgbClr val="6F7E87"/>
                </a:solidFill>
                <a:latin typeface="PingFang SC"/>
                <a:ea typeface="PingFang SC"/>
                <a:cs typeface="PingFang SC"/>
              </a:defRPr>
            </a:pPr>
            <a:r>
              <a:rPr sz="1088">
                <a:solidFill>
                  <a:srgbClr val="6F7E87"/>
                </a:solidFill>
                <a:latin typeface="PingFang SC"/>
                <a:ea typeface="PingFang SC"/>
                <a:cs typeface="PingFang SC"/>
              </a:rPr>
              <a:t>回传</a:t>
            </a:r>
          </a:p>
        </p:txBody>
      </p:sp>
    </p:spTree>
    <p:extLst>
      <p:ext uri="{BB962C8B-B14F-4D97-AF65-F5344CB8AC3E}">
        <p14:creationId xmlns:p14="http://schemas.microsoft.com/office/powerpoint/2010/main" val="197897753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A25203B-54B5-4804-91EF-8EF1597B85F2}"/>
              </a:ext>
            </a:extLst>
          </p:cNvPr>
          <p:cNvCxnSpPr>
            <a:stCxn xmlns:a="http://schemas.openxmlformats.org/drawingml/2006/main" id="18" idx="3"/>
            <a:endCxn xmlns:a="http://schemas.openxmlformats.org/drawingml/2006/main" id="20" idx="1"/>
          </p:cNvCxnSpPr>
          <p:nvPr/>
        </p:nvCxnSpPr>
        <p:spPr>
          <a:xfrm xmlns:a="http://schemas.openxmlformats.org/drawingml/2006/main">
            <a:off x="9867900" y="1762125"/>
            <a:ext cx="228600" cy="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7C9BB6"/>
            </a:solidFill>
            <a:tailEnd type="triangle" w="sm" len="sm"/>
          </a:ln>
        </p:spPr>
      </p:cxnSp>
      <p:cxnSp>
        <p:nvCxn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82236D6-73F8-4133-A136-80C54E0F590A}"/>
              </a:ext>
            </a:extLst>
          </p:cNvPr>
          <p:cNvCxnSpPr>
            <a:stCxn xmlns:a="http://schemas.openxmlformats.org/drawingml/2006/main" id="16" idx="3"/>
            <a:endCxn xmlns:a="http://schemas.openxmlformats.org/drawingml/2006/main" id="18" idx="1"/>
          </p:cNvCxnSpPr>
          <p:nvPr/>
        </p:nvCxnSpPr>
        <p:spPr>
          <a:xfrm xmlns:a="http://schemas.openxmlformats.org/drawingml/2006/main">
            <a:off x="7924800" y="1762125"/>
            <a:ext cx="228600" cy="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7C9BB6"/>
            </a:solidFill>
            <a:tailEnd type="triangle" w="sm" len="sm"/>
          </a:ln>
        </p:spPr>
      </p:cxnSp>
      <p:cxnSp>
        <p:nvCxn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B6D5DD4-B1EA-46C1-99F6-4D5CAE52BD7F}"/>
              </a:ext>
            </a:extLst>
          </p:cNvPr>
          <p:cNvCxnSpPr>
            <a:stCxn xmlns:a="http://schemas.openxmlformats.org/drawingml/2006/main" id="14" idx="3"/>
            <a:endCxn xmlns:a="http://schemas.openxmlformats.org/drawingml/2006/main" id="16" idx="1"/>
          </p:cNvCxnSpPr>
          <p:nvPr/>
        </p:nvCxnSpPr>
        <p:spPr>
          <a:xfrm xmlns:a="http://schemas.openxmlformats.org/drawingml/2006/main">
            <a:off x="5981700" y="1762125"/>
            <a:ext cx="228600" cy="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7C9BB6"/>
            </a:solidFill>
            <a:tailEnd type="triangle" w="sm" len="sm"/>
          </a:ln>
        </p:spPr>
      </p:cxnSp>
      <p:cxnSp>
        <p:nvCxn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B16F3CC-08F6-4D30-8D11-582031BB49D3}"/>
              </a:ext>
            </a:extLst>
          </p:cNvPr>
          <p:cNvCxnSpPr>
            <a:stCxn xmlns:a="http://schemas.openxmlformats.org/drawingml/2006/main" id="12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>
            <a:off x="4038600" y="1762125"/>
            <a:ext cx="228600" cy="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7C9BB6"/>
            </a:solidFill>
            <a:tailEnd type="triangle" w="sm" len="sm"/>
          </a:ln>
        </p:spPr>
      </p:cxnSp>
      <p:cxnSp>
        <p:nvCxn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1DC4C3B-1870-425A-8D98-B91091C39A0C}"/>
              </a:ext>
            </a:extLst>
          </p:cNvPr>
          <p:cNvCxnSpPr>
            <a:stCxn xmlns:a="http://schemas.openxmlformats.org/drawingml/2006/main" id="10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>
            <a:off x="2095500" y="1762125"/>
            <a:ext cx="228600" cy="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7C9BB6"/>
            </a:solidFill>
            <a:tailEnd type="triangle" w="sm" len="sm"/>
          </a:ln>
        </p:spPr>
      </p:cxnSp>
      <p:sp>
        <p:nvSpPr>
          <p:cNvPr id="7" name="dts-title">
            <a:extLst xmlns:a="http://schemas.openxmlformats.org/drawingml/2006/main">
              <a:ext uri="{FF2B5EF4-FFF2-40B4-BE49-F238E27FC236}">
                <a16:creationId xmlns:a16="http://schemas.microsoft.com/office/drawing/2014/main" id="{DD5BCA79-2E29-4DBE-ACEE-4963A5CAA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66700"/>
            <a:ext cx="9810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300" b="1">
                <a:solidFill>
                  <a:srgbClr val="17344F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3300" b="1">
                <a:solidFill>
                  <a:srgbClr val="17344F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3300" b="1">
                <a:solidFill>
                  <a:srgbClr val="17344F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3300" b="1">
                <a:solidFill>
                  <a:srgbClr val="17344F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3300" b="1">
                <a:solidFill>
                  <a:srgbClr val="17344F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3300" b="1">
                <a:solidFill>
                  <a:srgbClr val="17344F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3300" b="1">
                <a:solidFill>
                  <a:srgbClr val="17344F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3300" b="1">
                <a:solidFill>
                  <a:srgbClr val="17344F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3300" b="1">
                <a:solidFill>
                  <a:srgbClr val="17344F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3300" b="1">
                <a:solidFill>
                  <a:srgbClr val="17344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17344F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17344F"/>
                </a:solidFill>
                <a:latin typeface="PingFang SC"/>
                <a:ea typeface="PingFang SC"/>
                <a:cs typeface="PingFang SC"/>
              </a:rPr>
              <a:t>DTS 无影响漏洞自动走单</a:t>
            </a:r>
          </a:p>
        </p:txBody>
      </p:sp>
      <p:sp>
        <p:nvSpPr>
          <p:cNvPr id="8" name="dts-report-type">
            <a:extLst xmlns:a="http://schemas.openxmlformats.org/drawingml/2006/main">
              <a:ext uri="{FF2B5EF4-FFF2-40B4-BE49-F238E27FC236}">
                <a16:creationId xmlns:a16="http://schemas.microsoft.com/office/drawing/2014/main" id="{CE5AED0F-C1CC-4E69-8CCF-E2F42845F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400050"/>
            <a:ext cx="1524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r">
              <a:defRPr sz="1875" b="1">
                <a:solidFill>
                  <a:srgbClr val="245F8D"/>
                </a:solidFill>
                <a:latin typeface="PingFang SC"/>
                <a:ea typeface="PingFang SC"/>
                <a:cs typeface="PingFang SC"/>
              </a:defRPr>
            </a:defPPr>
            <a:lvl1pPr algn="r">
              <a:defRPr sz="1875" b="1">
                <a:solidFill>
                  <a:srgbClr val="245F8D"/>
                </a:solidFill>
                <a:latin typeface="PingFang SC"/>
                <a:ea typeface="PingFang SC"/>
                <a:cs typeface="PingFang SC"/>
              </a:defRPr>
            </a:lvl1pPr>
            <a:lvl2pPr algn="r">
              <a:defRPr sz="1875" b="1">
                <a:solidFill>
                  <a:srgbClr val="245F8D"/>
                </a:solidFill>
                <a:latin typeface="PingFang SC"/>
                <a:ea typeface="PingFang SC"/>
                <a:cs typeface="PingFang SC"/>
              </a:defRPr>
            </a:lvl2pPr>
            <a:lvl3pPr algn="r">
              <a:defRPr sz="1875" b="1">
                <a:solidFill>
                  <a:srgbClr val="245F8D"/>
                </a:solidFill>
                <a:latin typeface="PingFang SC"/>
                <a:ea typeface="PingFang SC"/>
                <a:cs typeface="PingFang SC"/>
              </a:defRPr>
            </a:lvl3pPr>
            <a:lvl4pPr algn="r">
              <a:defRPr sz="1875" b="1">
                <a:solidFill>
                  <a:srgbClr val="245F8D"/>
                </a:solidFill>
                <a:latin typeface="PingFang SC"/>
                <a:ea typeface="PingFang SC"/>
                <a:cs typeface="PingFang SC"/>
              </a:defRPr>
            </a:lvl4pPr>
            <a:lvl5pPr algn="r">
              <a:defRPr sz="1875" b="1">
                <a:solidFill>
                  <a:srgbClr val="245F8D"/>
                </a:solidFill>
                <a:latin typeface="PingFang SC"/>
                <a:ea typeface="PingFang SC"/>
                <a:cs typeface="PingFang SC"/>
              </a:defRPr>
            </a:lvl5pPr>
            <a:lvl6pPr algn="r">
              <a:defRPr sz="1875" b="1">
                <a:solidFill>
                  <a:srgbClr val="245F8D"/>
                </a:solidFill>
                <a:latin typeface="PingFang SC"/>
                <a:ea typeface="PingFang SC"/>
                <a:cs typeface="PingFang SC"/>
              </a:defRPr>
            </a:lvl6pPr>
            <a:lvl7pPr algn="r">
              <a:defRPr sz="1875" b="1">
                <a:solidFill>
                  <a:srgbClr val="245F8D"/>
                </a:solidFill>
                <a:latin typeface="PingFang SC"/>
                <a:ea typeface="PingFang SC"/>
                <a:cs typeface="PingFang SC"/>
              </a:defRPr>
            </a:lvl7pPr>
            <a:lvl8pPr algn="r">
              <a:defRPr sz="1875" b="1">
                <a:solidFill>
                  <a:srgbClr val="245F8D"/>
                </a:solidFill>
                <a:latin typeface="PingFang SC"/>
                <a:ea typeface="PingFang SC"/>
                <a:cs typeface="PingFang SC"/>
              </a:defRPr>
            </a:lvl8pPr>
            <a:lvl9pPr algn="r">
              <a:defRPr sz="1875" b="1">
                <a:solidFill>
                  <a:srgbClr val="245F8D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r">
              <a:defRPr sz="1875" b="1">
                <a:solidFill>
                  <a:srgbClr val="245F8D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245F8D"/>
                </a:solidFill>
                <a:latin typeface="PingFang SC"/>
                <a:ea typeface="PingFang SC"/>
                <a:cs typeface="PingFang SC"/>
              </a:rPr>
              <a:t>中期汇报</a:t>
            </a:r>
          </a:p>
        </p:txBody>
      </p:sp>
      <p:sp>
        <p:nvSpPr>
          <p:cNvPr id="9" name="dts-main-work">
            <a:extLst xmlns:a="http://schemas.openxmlformats.org/drawingml/2006/main">
              <a:ext uri="{FF2B5EF4-FFF2-40B4-BE49-F238E27FC236}">
                <a16:creationId xmlns:a16="http://schemas.microsoft.com/office/drawing/2014/main" id="{E7926000-7644-46EE-8688-4B845B80F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057275"/>
            <a:ext cx="11430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800" b="1">
                <a:solidFill>
                  <a:srgbClr val="245F8D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800" b="1">
                <a:solidFill>
                  <a:srgbClr val="245F8D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800" b="1">
                <a:solidFill>
                  <a:srgbClr val="245F8D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800" b="1">
                <a:solidFill>
                  <a:srgbClr val="245F8D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800" b="1">
                <a:solidFill>
                  <a:srgbClr val="245F8D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800" b="1">
                <a:solidFill>
                  <a:srgbClr val="245F8D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800" b="1">
                <a:solidFill>
                  <a:srgbClr val="245F8D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800" b="1">
                <a:solidFill>
                  <a:srgbClr val="245F8D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800" b="1">
                <a:solidFill>
                  <a:srgbClr val="245F8D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800" b="1">
                <a:solidFill>
                  <a:srgbClr val="245F8D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245F8D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245F8D"/>
                </a:solidFill>
                <a:latin typeface="PingFang SC"/>
                <a:ea typeface="PingFang SC"/>
                <a:cs typeface="PingFang SC"/>
              </a:rPr>
              <a:t>主要工作｜自动走单链路</a:t>
            </a:r>
          </a:p>
        </p:txBody>
      </p:sp>
      <p:sp>
        <p:nvSpPr>
          <p:cNvPr id="10" name="dts-step-0">
            <a:extLst xmlns:a="http://schemas.openxmlformats.org/drawingml/2006/main">
              <a:ext uri="{FF2B5EF4-FFF2-40B4-BE49-F238E27FC236}">
                <a16:creationId xmlns:a16="http://schemas.microsoft.com/office/drawing/2014/main" id="{CB99DEAD-11D3-453E-92B6-9F9985CE4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524000"/>
            <a:ext cx="1714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4F9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725" b="1">
                <a:solidFill>
                  <a:srgbClr val="17344F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725" b="1">
                <a:solidFill>
                  <a:srgbClr val="17344F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725" b="1">
                <a:solidFill>
                  <a:srgbClr val="17344F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725" b="1">
                <a:solidFill>
                  <a:srgbClr val="17344F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725" b="1">
                <a:solidFill>
                  <a:srgbClr val="17344F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725" b="1">
                <a:solidFill>
                  <a:srgbClr val="17344F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725" b="1">
                <a:solidFill>
                  <a:srgbClr val="17344F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725" b="1">
                <a:solidFill>
                  <a:srgbClr val="17344F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725" b="1">
                <a:solidFill>
                  <a:srgbClr val="17344F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725" b="1">
                <a:solidFill>
                  <a:srgbClr val="17344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725" b="1">
                <a:solidFill>
                  <a:srgbClr val="17344F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17344F"/>
                </a:solidFill>
                <a:latin typeface="PingFang SC"/>
                <a:ea typeface="PingFang SC"/>
                <a:cs typeface="PingFang SC"/>
              </a:rPr>
              <a:t>基线读取</a:t>
            </a:r>
          </a:p>
        </p:txBody>
      </p:sp>
      <p:sp>
        <p:nvSpPr>
          <p:cNvPr id="11" name="dts-step-detail-0">
            <a:extLst xmlns:a="http://schemas.openxmlformats.org/drawingml/2006/main">
              <a:ext uri="{FF2B5EF4-FFF2-40B4-BE49-F238E27FC236}">
                <a16:creationId xmlns:a16="http://schemas.microsoft.com/office/drawing/2014/main" id="{246ADE97-F2B9-4A37-8615-280FE8F10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095500"/>
            <a:ext cx="1714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313" b="0">
                <a:solidFill>
                  <a:srgbClr val="65788A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313" b="0">
                <a:solidFill>
                  <a:srgbClr val="65788A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313" b="0">
                <a:solidFill>
                  <a:srgbClr val="65788A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313" b="0">
                <a:solidFill>
                  <a:srgbClr val="65788A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313" b="0">
                <a:solidFill>
                  <a:srgbClr val="65788A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313" b="0">
                <a:solidFill>
                  <a:srgbClr val="65788A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313" b="0">
                <a:solidFill>
                  <a:srgbClr val="65788A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313" b="0">
                <a:solidFill>
                  <a:srgbClr val="65788A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313" b="0">
                <a:solidFill>
                  <a:srgbClr val="65788A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313" b="0">
                <a:solidFill>
                  <a:srgbClr val="65788A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313" b="0">
                <a:solidFill>
                  <a:srgbClr val="65788A"/>
                </a:solidFill>
                <a:latin typeface="PingFang SC"/>
                <a:ea typeface="PingFang SC"/>
                <a:cs typeface="PingFang SC"/>
              </a:defRPr>
            </a:pPr>
            <a:r>
              <a:rPr sz="1313" b="0">
                <a:solidFill>
                  <a:srgbClr val="65788A"/>
                </a:solidFill>
                <a:latin typeface="PingFang SC"/>
                <a:ea typeface="PingFang SC"/>
                <a:cs typeface="PingFang SC"/>
              </a:rPr>
              <a:t>FTP 下载基线</a:t>
            </a:r>
          </a:p>
          <a:p xmlns:a="http://schemas.openxmlformats.org/drawingml/2006/main">
            <a:pPr algn="ctr">
              <a:defRPr sz="1313" b="0">
                <a:solidFill>
                  <a:srgbClr val="65788A"/>
                </a:solidFill>
                <a:latin typeface="PingFang SC"/>
                <a:ea typeface="PingFang SC"/>
                <a:cs typeface="PingFang SC"/>
              </a:defRPr>
            </a:pPr>
            <a:r>
              <a:rPr sz="1313" b="0">
                <a:solidFill>
                  <a:srgbClr val="65788A"/>
                </a:solidFill>
                <a:latin typeface="PingFang SC"/>
                <a:ea typeface="PingFang SC"/>
                <a:cs typeface="PingFang SC"/>
              </a:rPr>
              <a:t>关联基线与评审数据</a:t>
            </a:r>
          </a:p>
        </p:txBody>
      </p:sp>
      <p:sp>
        <p:nvSpPr>
          <p:cNvPr id="12" name="dts-step-1">
            <a:extLst xmlns:a="http://schemas.openxmlformats.org/drawingml/2006/main">
              <a:ext uri="{FF2B5EF4-FFF2-40B4-BE49-F238E27FC236}">
                <a16:creationId xmlns:a16="http://schemas.microsoft.com/office/drawing/2014/main" id="{C26A90F6-DF54-4C3E-B652-8DD20A6D6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1524000"/>
            <a:ext cx="1714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4F9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725" b="1">
                <a:solidFill>
                  <a:srgbClr val="17344F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725" b="1">
                <a:solidFill>
                  <a:srgbClr val="17344F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725" b="1">
                <a:solidFill>
                  <a:srgbClr val="17344F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725" b="1">
                <a:solidFill>
                  <a:srgbClr val="17344F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725" b="1">
                <a:solidFill>
                  <a:srgbClr val="17344F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725" b="1">
                <a:solidFill>
                  <a:srgbClr val="17344F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725" b="1">
                <a:solidFill>
                  <a:srgbClr val="17344F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725" b="1">
                <a:solidFill>
                  <a:srgbClr val="17344F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725" b="1">
                <a:solidFill>
                  <a:srgbClr val="17344F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725" b="1">
                <a:solidFill>
                  <a:srgbClr val="17344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725" b="1">
                <a:solidFill>
                  <a:srgbClr val="17344F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17344F"/>
                </a:solidFill>
                <a:latin typeface="PingFang SC"/>
                <a:ea typeface="PingFang SC"/>
                <a:cs typeface="PingFang SC"/>
              </a:rPr>
              <a:t>候选筛选</a:t>
            </a:r>
          </a:p>
        </p:txBody>
      </p:sp>
      <p:sp>
        <p:nvSpPr>
          <p:cNvPr id="13" name="dts-step-detail-1">
            <a:extLst xmlns:a="http://schemas.openxmlformats.org/drawingml/2006/main">
              <a:ext uri="{FF2B5EF4-FFF2-40B4-BE49-F238E27FC236}">
                <a16:creationId xmlns:a16="http://schemas.microsoft.com/office/drawing/2014/main" id="{E8F7426F-0A58-42A5-8D30-3E9B054D6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2095500"/>
            <a:ext cx="1714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313" b="0">
                <a:solidFill>
                  <a:srgbClr val="65788A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313" b="0">
                <a:solidFill>
                  <a:srgbClr val="65788A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313" b="0">
                <a:solidFill>
                  <a:srgbClr val="65788A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313" b="0">
                <a:solidFill>
                  <a:srgbClr val="65788A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313" b="0">
                <a:solidFill>
                  <a:srgbClr val="65788A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313" b="0">
                <a:solidFill>
                  <a:srgbClr val="65788A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313" b="0">
                <a:solidFill>
                  <a:srgbClr val="65788A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313" b="0">
                <a:solidFill>
                  <a:srgbClr val="65788A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313" b="0">
                <a:solidFill>
                  <a:srgbClr val="65788A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313" b="0">
                <a:solidFill>
                  <a:srgbClr val="65788A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313" b="0">
                <a:solidFill>
                  <a:srgbClr val="65788A"/>
                </a:solidFill>
                <a:latin typeface="PingFang SC"/>
                <a:ea typeface="PingFang SC"/>
                <a:cs typeface="PingFang SC"/>
              </a:defRPr>
            </a:pPr>
            <a:r>
              <a:rPr sz="1313" b="0">
                <a:solidFill>
                  <a:srgbClr val="65788A"/>
                </a:solidFill>
                <a:latin typeface="PingFang SC"/>
                <a:ea typeface="PingFang SC"/>
                <a:cs typeface="PingFang SC"/>
              </a:rPr>
              <a:t>无影响 + 已评审</a:t>
            </a:r>
          </a:p>
          <a:p xmlns:a="http://schemas.openxmlformats.org/drawingml/2006/main">
            <a:pPr algn="ctr">
              <a:defRPr sz="1313" b="0">
                <a:solidFill>
                  <a:srgbClr val="65788A"/>
                </a:solidFill>
                <a:latin typeface="PingFang SC"/>
                <a:ea typeface="PingFang SC"/>
                <a:cs typeface="PingFang SC"/>
              </a:defRPr>
            </a:pPr>
            <a:r>
              <a:rPr sz="1313" b="0">
                <a:solidFill>
                  <a:srgbClr val="65788A"/>
                </a:solidFill>
                <a:latin typeface="PingFang SC"/>
                <a:ea typeface="PingFang SC"/>
                <a:cs typeface="PingFang SC"/>
              </a:rPr>
              <a:t>“已走单”为空</a:t>
            </a:r>
          </a:p>
        </p:txBody>
      </p:sp>
      <p:sp>
        <p:nvSpPr>
          <p:cNvPr id="14" name="dts-step-2">
            <a:extLst xmlns:a="http://schemas.openxmlformats.org/drawingml/2006/main">
              <a:ext uri="{FF2B5EF4-FFF2-40B4-BE49-F238E27FC236}">
                <a16:creationId xmlns:a16="http://schemas.microsoft.com/office/drawing/2014/main" id="{BAAF1E04-A2A1-401F-8177-2E7F1D510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1524000"/>
            <a:ext cx="1714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4F9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725" b="1">
                <a:solidFill>
                  <a:srgbClr val="17344F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725" b="1">
                <a:solidFill>
                  <a:srgbClr val="17344F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725" b="1">
                <a:solidFill>
                  <a:srgbClr val="17344F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725" b="1">
                <a:solidFill>
                  <a:srgbClr val="17344F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725" b="1">
                <a:solidFill>
                  <a:srgbClr val="17344F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725" b="1">
                <a:solidFill>
                  <a:srgbClr val="17344F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725" b="1">
                <a:solidFill>
                  <a:srgbClr val="17344F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725" b="1">
                <a:solidFill>
                  <a:srgbClr val="17344F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725" b="1">
                <a:solidFill>
                  <a:srgbClr val="17344F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725" b="1">
                <a:solidFill>
                  <a:srgbClr val="17344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725" b="1">
                <a:solidFill>
                  <a:srgbClr val="17344F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17344F"/>
                </a:solidFill>
                <a:latin typeface="PingFang SC"/>
                <a:ea typeface="PingFang SC"/>
                <a:cs typeface="PingFang SC"/>
              </a:rPr>
              <a:t>去重预检</a:t>
            </a:r>
          </a:p>
        </p:txBody>
      </p:sp>
      <p:sp>
        <p:nvSpPr>
          <p:cNvPr id="15" name="dts-step-detail-2">
            <a:extLst xmlns:a="http://schemas.openxmlformats.org/drawingml/2006/main">
              <a:ext uri="{FF2B5EF4-FFF2-40B4-BE49-F238E27FC236}">
                <a16:creationId xmlns:a16="http://schemas.microsoft.com/office/drawing/2014/main" id="{B548F344-E971-4A88-B42B-83B2450D0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2095500"/>
            <a:ext cx="1714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313" b="0">
                <a:solidFill>
                  <a:srgbClr val="65788A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313" b="0">
                <a:solidFill>
                  <a:srgbClr val="65788A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313" b="0">
                <a:solidFill>
                  <a:srgbClr val="65788A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313" b="0">
                <a:solidFill>
                  <a:srgbClr val="65788A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313" b="0">
                <a:solidFill>
                  <a:srgbClr val="65788A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313" b="0">
                <a:solidFill>
                  <a:srgbClr val="65788A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313" b="0">
                <a:solidFill>
                  <a:srgbClr val="65788A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313" b="0">
                <a:solidFill>
                  <a:srgbClr val="65788A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313" b="0">
                <a:solidFill>
                  <a:srgbClr val="65788A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313" b="0">
                <a:solidFill>
                  <a:srgbClr val="65788A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313" b="0">
                <a:solidFill>
                  <a:srgbClr val="65788A"/>
                </a:solidFill>
                <a:latin typeface="PingFang SC"/>
                <a:ea typeface="PingFang SC"/>
                <a:cs typeface="PingFang SC"/>
              </a:defRPr>
            </a:pPr>
            <a:r>
              <a:rPr sz="1313" b="0">
                <a:solidFill>
                  <a:srgbClr val="65788A"/>
                </a:solidFill>
                <a:latin typeface="PingFang SC"/>
                <a:ea typeface="PingFang SC"/>
                <a:cs typeface="PingFang SC"/>
              </a:rPr>
              <a:t>PBI + HWPSIRT 去重</a:t>
            </a:r>
          </a:p>
          <a:p xmlns:a="http://schemas.openxmlformats.org/drawingml/2006/main">
            <a:pPr algn="ctr">
              <a:defRPr sz="1313" b="0">
                <a:solidFill>
                  <a:srgbClr val="65788A"/>
                </a:solidFill>
                <a:latin typeface="PingFang SC"/>
                <a:ea typeface="PingFang SC"/>
                <a:cs typeface="PingFang SC"/>
              </a:defRPr>
            </a:pPr>
            <a:r>
              <a:rPr sz="1313" b="0">
                <a:solidFill>
                  <a:srgbClr val="65788A"/>
                </a:solidFill>
                <a:latin typeface="PingFang SC"/>
                <a:ea typeface="PingFang SC"/>
                <a:cs typeface="PingFang SC"/>
              </a:rPr>
              <a:t>校验字段与证明文件</a:t>
            </a:r>
          </a:p>
        </p:txBody>
      </p:sp>
      <p:sp>
        <p:nvSpPr>
          <p:cNvPr id="16" name="dts-step-3">
            <a:extLst xmlns:a="http://schemas.openxmlformats.org/drawingml/2006/main">
              <a:ext uri="{FF2B5EF4-FFF2-40B4-BE49-F238E27FC236}">
                <a16:creationId xmlns:a16="http://schemas.microsoft.com/office/drawing/2014/main" id="{FA1630D7-1F02-452C-A3BA-08F322762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1524000"/>
            <a:ext cx="1714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4F9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725" b="1">
                <a:solidFill>
                  <a:srgbClr val="17344F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725" b="1">
                <a:solidFill>
                  <a:srgbClr val="17344F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725" b="1">
                <a:solidFill>
                  <a:srgbClr val="17344F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725" b="1">
                <a:solidFill>
                  <a:srgbClr val="17344F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725" b="1">
                <a:solidFill>
                  <a:srgbClr val="17344F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725" b="1">
                <a:solidFill>
                  <a:srgbClr val="17344F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725" b="1">
                <a:solidFill>
                  <a:srgbClr val="17344F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725" b="1">
                <a:solidFill>
                  <a:srgbClr val="17344F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725" b="1">
                <a:solidFill>
                  <a:srgbClr val="17344F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725" b="1">
                <a:solidFill>
                  <a:srgbClr val="17344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725" b="1">
                <a:solidFill>
                  <a:srgbClr val="17344F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17344F"/>
                </a:solidFill>
                <a:latin typeface="PingFang SC"/>
                <a:ea typeface="PingFang SC"/>
                <a:cs typeface="PingFang SC"/>
              </a:rPr>
              <a:t>材料上传</a:t>
            </a:r>
          </a:p>
        </p:txBody>
      </p:sp>
      <p:sp>
        <p:nvSpPr>
          <p:cNvPr id="17" name="dts-step-detail-3">
            <a:extLst xmlns:a="http://schemas.openxmlformats.org/drawingml/2006/main">
              <a:ext uri="{FF2B5EF4-FFF2-40B4-BE49-F238E27FC236}">
                <a16:creationId xmlns:a16="http://schemas.microsoft.com/office/drawing/2014/main" id="{4B1A7ACD-3F05-414B-80E6-C94CEBD3B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095500"/>
            <a:ext cx="1714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313" b="0">
                <a:solidFill>
                  <a:srgbClr val="65788A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313" b="0">
                <a:solidFill>
                  <a:srgbClr val="65788A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313" b="0">
                <a:solidFill>
                  <a:srgbClr val="65788A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313" b="0">
                <a:solidFill>
                  <a:srgbClr val="65788A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313" b="0">
                <a:solidFill>
                  <a:srgbClr val="65788A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313" b="0">
                <a:solidFill>
                  <a:srgbClr val="65788A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313" b="0">
                <a:solidFill>
                  <a:srgbClr val="65788A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313" b="0">
                <a:solidFill>
                  <a:srgbClr val="65788A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313" b="0">
                <a:solidFill>
                  <a:srgbClr val="65788A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313" b="0">
                <a:solidFill>
                  <a:srgbClr val="65788A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313" b="0">
                <a:solidFill>
                  <a:srgbClr val="65788A"/>
                </a:solidFill>
                <a:latin typeface="PingFang SC"/>
                <a:ea typeface="PingFang SC"/>
                <a:cs typeface="PingFang SC"/>
              </a:defRPr>
            </a:pPr>
            <a:r>
              <a:rPr sz="1313" b="0">
                <a:solidFill>
                  <a:srgbClr val="65788A"/>
                </a:solidFill>
                <a:latin typeface="PingFang SC"/>
                <a:ea typeface="PingFang SC"/>
                <a:cs typeface="PingFang SC"/>
              </a:rPr>
              <a:t>统一获取 Token</a:t>
            </a:r>
          </a:p>
          <a:p xmlns:a="http://schemas.openxmlformats.org/drawingml/2006/main">
            <a:pPr algn="ctr">
              <a:defRPr sz="1313" b="0">
                <a:solidFill>
                  <a:srgbClr val="65788A"/>
                </a:solidFill>
                <a:latin typeface="PingFang SC"/>
                <a:ea typeface="PingFang SC"/>
                <a:cs typeface="PingFang SC"/>
              </a:defRPr>
            </a:pPr>
            <a:r>
              <a:rPr sz="1313" b="0">
                <a:solidFill>
                  <a:srgbClr val="65788A"/>
                </a:solidFill>
                <a:latin typeface="PingFang SC"/>
                <a:ea typeface="PingFang SC"/>
                <a:cs typeface="PingFang SC"/>
              </a:rPr>
              <a:t>相同材料缓存复用</a:t>
            </a:r>
          </a:p>
        </p:txBody>
      </p:sp>
      <p:sp>
        <p:nvSpPr>
          <p:cNvPr id="18" name="dts-step-4">
            <a:extLst xmlns:a="http://schemas.openxmlformats.org/drawingml/2006/main">
              <a:ext uri="{FF2B5EF4-FFF2-40B4-BE49-F238E27FC236}">
                <a16:creationId xmlns:a16="http://schemas.microsoft.com/office/drawing/2014/main" id="{FFB0EA5A-4554-472F-9814-3C8603FC1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1524000"/>
            <a:ext cx="1714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4F9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725" b="1">
                <a:solidFill>
                  <a:srgbClr val="17344F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725" b="1">
                <a:solidFill>
                  <a:srgbClr val="17344F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725" b="1">
                <a:solidFill>
                  <a:srgbClr val="17344F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725" b="1">
                <a:solidFill>
                  <a:srgbClr val="17344F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725" b="1">
                <a:solidFill>
                  <a:srgbClr val="17344F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725" b="1">
                <a:solidFill>
                  <a:srgbClr val="17344F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725" b="1">
                <a:solidFill>
                  <a:srgbClr val="17344F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725" b="1">
                <a:solidFill>
                  <a:srgbClr val="17344F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725" b="1">
                <a:solidFill>
                  <a:srgbClr val="17344F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725" b="1">
                <a:solidFill>
                  <a:srgbClr val="17344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725" b="1">
                <a:solidFill>
                  <a:srgbClr val="17344F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17344F"/>
                </a:solidFill>
                <a:latin typeface="PingFang SC"/>
                <a:ea typeface="PingFang SC"/>
                <a:cs typeface="PingFang SC"/>
              </a:rPr>
              <a:t>DTS 走单</a:t>
            </a:r>
          </a:p>
        </p:txBody>
      </p:sp>
      <p:sp>
        <p:nvSpPr>
          <p:cNvPr id="19" name="dts-step-detail-4">
            <a:extLst xmlns:a="http://schemas.openxmlformats.org/drawingml/2006/main">
              <a:ext uri="{FF2B5EF4-FFF2-40B4-BE49-F238E27FC236}">
                <a16:creationId xmlns:a16="http://schemas.microsoft.com/office/drawing/2014/main" id="{61B8E109-E4C1-4D17-827C-4EE09658E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095500"/>
            <a:ext cx="1714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313" b="0">
                <a:solidFill>
                  <a:srgbClr val="65788A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313" b="0">
                <a:solidFill>
                  <a:srgbClr val="65788A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313" b="0">
                <a:solidFill>
                  <a:srgbClr val="65788A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313" b="0">
                <a:solidFill>
                  <a:srgbClr val="65788A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313" b="0">
                <a:solidFill>
                  <a:srgbClr val="65788A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313" b="0">
                <a:solidFill>
                  <a:srgbClr val="65788A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313" b="0">
                <a:solidFill>
                  <a:srgbClr val="65788A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313" b="0">
                <a:solidFill>
                  <a:srgbClr val="65788A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313" b="0">
                <a:solidFill>
                  <a:srgbClr val="65788A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313" b="0">
                <a:solidFill>
                  <a:srgbClr val="65788A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313" b="0">
                <a:solidFill>
                  <a:srgbClr val="65788A"/>
                </a:solidFill>
                <a:latin typeface="PingFang SC"/>
                <a:ea typeface="PingFang SC"/>
                <a:cs typeface="PingFang SC"/>
              </a:defRPr>
            </a:pPr>
            <a:r>
              <a:rPr sz="1313" b="0">
                <a:solidFill>
                  <a:srgbClr val="65788A"/>
                </a:solidFill>
                <a:latin typeface="PingFang SC"/>
                <a:ea typeface="PingFang SC"/>
                <a:cs typeface="PingFang SC"/>
              </a:rPr>
              <a:t>调用 Dify 工作流</a:t>
            </a:r>
          </a:p>
          <a:p xmlns:a="http://schemas.openxmlformats.org/drawingml/2006/main">
            <a:pPr algn="ctr">
              <a:defRPr sz="1313" b="0">
                <a:solidFill>
                  <a:srgbClr val="65788A"/>
                </a:solidFill>
                <a:latin typeface="PingFang SC"/>
                <a:ea typeface="PingFang SC"/>
                <a:cs typeface="PingFang SC"/>
              </a:defRPr>
            </a:pPr>
            <a:r>
              <a:rPr sz="1313" b="0">
                <a:solidFill>
                  <a:srgbClr val="65788A"/>
                </a:solidFill>
                <a:latin typeface="PingFang SC"/>
                <a:ea typeface="PingFang SC"/>
                <a:cs typeface="PingFang SC"/>
              </a:rPr>
              <a:t>按业务返回判定结果</a:t>
            </a:r>
          </a:p>
        </p:txBody>
      </p:sp>
      <p:sp>
        <p:nvSpPr>
          <p:cNvPr id="20" name="dts-step-5">
            <a:extLst xmlns:a="http://schemas.openxmlformats.org/drawingml/2006/main">
              <a:ext uri="{FF2B5EF4-FFF2-40B4-BE49-F238E27FC236}">
                <a16:creationId xmlns:a16="http://schemas.microsoft.com/office/drawing/2014/main" id="{A7A9F141-C10A-414A-ABAA-6F864CD8C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1524000"/>
            <a:ext cx="1714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4F9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725" b="1">
                <a:solidFill>
                  <a:srgbClr val="17344F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725" b="1">
                <a:solidFill>
                  <a:srgbClr val="17344F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725" b="1">
                <a:solidFill>
                  <a:srgbClr val="17344F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725" b="1">
                <a:solidFill>
                  <a:srgbClr val="17344F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725" b="1">
                <a:solidFill>
                  <a:srgbClr val="17344F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725" b="1">
                <a:solidFill>
                  <a:srgbClr val="17344F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725" b="1">
                <a:solidFill>
                  <a:srgbClr val="17344F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725" b="1">
                <a:solidFill>
                  <a:srgbClr val="17344F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725" b="1">
                <a:solidFill>
                  <a:srgbClr val="17344F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725" b="1">
                <a:solidFill>
                  <a:srgbClr val="17344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725" b="1">
                <a:solidFill>
                  <a:srgbClr val="17344F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17344F"/>
                </a:solidFill>
                <a:latin typeface="PingFang SC"/>
                <a:ea typeface="PingFang SC"/>
                <a:cs typeface="PingFang SC"/>
              </a:rPr>
              <a:t>结果汇总</a:t>
            </a:r>
          </a:p>
        </p:txBody>
      </p:sp>
      <p:sp>
        <p:nvSpPr>
          <p:cNvPr id="21" name="dts-step-detail-5">
            <a:extLst xmlns:a="http://schemas.openxmlformats.org/drawingml/2006/main">
              <a:ext uri="{FF2B5EF4-FFF2-40B4-BE49-F238E27FC236}">
                <a16:creationId xmlns:a16="http://schemas.microsoft.com/office/drawing/2014/main" id="{1AECD0C8-D8DD-4A65-8E80-7A735A6A1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2095500"/>
            <a:ext cx="1714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313" b="0">
                <a:solidFill>
                  <a:srgbClr val="65788A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313" b="0">
                <a:solidFill>
                  <a:srgbClr val="65788A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313" b="0">
                <a:solidFill>
                  <a:srgbClr val="65788A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313" b="0">
                <a:solidFill>
                  <a:srgbClr val="65788A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313" b="0">
                <a:solidFill>
                  <a:srgbClr val="65788A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313" b="0">
                <a:solidFill>
                  <a:srgbClr val="65788A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313" b="0">
                <a:solidFill>
                  <a:srgbClr val="65788A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313" b="0">
                <a:solidFill>
                  <a:srgbClr val="65788A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313" b="0">
                <a:solidFill>
                  <a:srgbClr val="65788A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313" b="0">
                <a:solidFill>
                  <a:srgbClr val="65788A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313" b="0">
                <a:solidFill>
                  <a:srgbClr val="65788A"/>
                </a:solidFill>
                <a:latin typeface="PingFang SC"/>
                <a:ea typeface="PingFang SC"/>
                <a:cs typeface="PingFang SC"/>
              </a:defRPr>
            </a:pPr>
            <a:r>
              <a:rPr sz="1313" b="0">
                <a:solidFill>
                  <a:srgbClr val="65788A"/>
                </a:solidFill>
                <a:latin typeface="PingFang SC"/>
                <a:ea typeface="PingFang SC"/>
                <a:cs typeface="PingFang SC"/>
              </a:rPr>
              <a:t>日志与版本汇总</a:t>
            </a:r>
          </a:p>
          <a:p xmlns:a="http://schemas.openxmlformats.org/drawingml/2006/main">
            <a:pPr algn="ctr">
              <a:defRPr sz="1313" b="0">
                <a:solidFill>
                  <a:srgbClr val="65788A"/>
                </a:solidFill>
                <a:latin typeface="PingFang SC"/>
                <a:ea typeface="PingFang SC"/>
                <a:cs typeface="PingFang SC"/>
              </a:defRPr>
            </a:pPr>
            <a:r>
              <a:rPr sz="1313" b="0">
                <a:solidFill>
                  <a:srgbClr val="65788A"/>
                </a:solidFill>
                <a:latin typeface="PingFang SC"/>
                <a:ea typeface="PingFang SC"/>
                <a:cs typeface="PingFang SC"/>
              </a:rPr>
              <a:t>小鲁班消息通知</a:t>
            </a:r>
          </a:p>
        </p:txBody>
      </p:sp>
      <p:sp>
        <p:nvSpPr>
          <p:cNvPr id="22" name="dts-horizontal-divider">
            <a:extLst xmlns:a="http://schemas.openxmlformats.org/drawingml/2006/main">
              <a:ext uri="{FF2B5EF4-FFF2-40B4-BE49-F238E27FC236}">
                <a16:creationId xmlns:a16="http://schemas.microsoft.com/office/drawing/2014/main" id="{9D833A5C-827E-429C-8139-851549797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800350"/>
            <a:ext cx="11430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AE4EC"/>
            </a:solidFill>
          </a:ln>
        </p:spPr>
      </p:sp>
      <p:sp>
        <p:nvSpPr>
          <p:cNvPr id="23" name="dts-left-divider">
            <a:extLst xmlns:a="http://schemas.openxmlformats.org/drawingml/2006/main">
              <a:ext uri="{FF2B5EF4-FFF2-40B4-BE49-F238E27FC236}">
                <a16:creationId xmlns:a16="http://schemas.microsoft.com/office/drawing/2014/main" id="{6D3561C9-A507-4B71-B6F6-284D2EE44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990850"/>
            <a:ext cx="0" cy="32575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AE4EC"/>
            </a:solidFill>
          </a:ln>
        </p:spPr>
      </p:sp>
      <p:sp>
        <p:nvSpPr>
          <p:cNvPr id="24" name="dts-right-divider">
            <a:extLst xmlns:a="http://schemas.openxmlformats.org/drawingml/2006/main">
              <a:ext uri="{FF2B5EF4-FFF2-40B4-BE49-F238E27FC236}">
                <a16:creationId xmlns:a16="http://schemas.microsoft.com/office/drawing/2014/main" id="{846AA2B1-FF52-4F76-974B-2C104FF60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990850"/>
            <a:ext cx="0" cy="32575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AE4EC"/>
            </a:solidFill>
          </a:ln>
        </p:spPr>
      </p:sp>
      <p:sp>
        <p:nvSpPr>
          <p:cNvPr id="25" name="dts-context-heading">
            <a:extLst xmlns:a="http://schemas.openxmlformats.org/drawingml/2006/main">
              <a:ext uri="{FF2B5EF4-FFF2-40B4-BE49-F238E27FC236}">
                <a16:creationId xmlns:a16="http://schemas.microsoft.com/office/drawing/2014/main" id="{352E8831-0603-4472-BF30-3A5436AAA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952750"/>
            <a:ext cx="27241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800" b="1">
                <a:solidFill>
                  <a:srgbClr val="245F8D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800" b="1">
                <a:solidFill>
                  <a:srgbClr val="245F8D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800" b="1">
                <a:solidFill>
                  <a:srgbClr val="245F8D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800" b="1">
                <a:solidFill>
                  <a:srgbClr val="245F8D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800" b="1">
                <a:solidFill>
                  <a:srgbClr val="245F8D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800" b="1">
                <a:solidFill>
                  <a:srgbClr val="245F8D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800" b="1">
                <a:solidFill>
                  <a:srgbClr val="245F8D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800" b="1">
                <a:solidFill>
                  <a:srgbClr val="245F8D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800" b="1">
                <a:solidFill>
                  <a:srgbClr val="245F8D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800" b="1">
                <a:solidFill>
                  <a:srgbClr val="245F8D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245F8D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245F8D"/>
                </a:solidFill>
                <a:latin typeface="PingFang SC"/>
                <a:ea typeface="PingFang SC"/>
                <a:cs typeface="PingFang SC"/>
              </a:rPr>
              <a:t>背景与挑战</a:t>
            </a:r>
          </a:p>
        </p:txBody>
      </p:sp>
      <p:sp>
        <p:nvSpPr>
          <p:cNvPr id="26" name="dts-background-label">
            <a:extLst xmlns:a="http://schemas.openxmlformats.org/drawingml/2006/main">
              <a:ext uri="{FF2B5EF4-FFF2-40B4-BE49-F238E27FC236}">
                <a16:creationId xmlns:a16="http://schemas.microsoft.com/office/drawing/2014/main" id="{779E9800-AA81-48AF-9D60-90CFAB1D4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3429000"/>
            <a:ext cx="2724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575" b="1">
                <a:solidFill>
                  <a:srgbClr val="17344F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575" b="1">
                <a:solidFill>
                  <a:srgbClr val="17344F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575" b="1">
                <a:solidFill>
                  <a:srgbClr val="17344F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575" b="1">
                <a:solidFill>
                  <a:srgbClr val="17344F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575" b="1">
                <a:solidFill>
                  <a:srgbClr val="17344F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575" b="1">
                <a:solidFill>
                  <a:srgbClr val="17344F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575" b="1">
                <a:solidFill>
                  <a:srgbClr val="17344F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575" b="1">
                <a:solidFill>
                  <a:srgbClr val="17344F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575" b="1">
                <a:solidFill>
                  <a:srgbClr val="17344F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575" b="1">
                <a:solidFill>
                  <a:srgbClr val="17344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575" b="1">
                <a:solidFill>
                  <a:srgbClr val="17344F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17344F"/>
                </a:solidFill>
                <a:latin typeface="PingFang SC"/>
                <a:ea typeface="PingFang SC"/>
                <a:cs typeface="PingFang SC"/>
              </a:rPr>
              <a:t>业务背景</a:t>
            </a:r>
          </a:p>
        </p:txBody>
      </p:sp>
      <p:sp>
        <p:nvSpPr>
          <p:cNvPr id="27" name="dts-background">
            <a:extLst xmlns:a="http://schemas.openxmlformats.org/drawingml/2006/main">
              <a:ext uri="{FF2B5EF4-FFF2-40B4-BE49-F238E27FC236}">
                <a16:creationId xmlns:a16="http://schemas.microsoft.com/office/drawing/2014/main" id="{A97E8A9C-4985-4B51-BA9B-A4FE33C16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3781425"/>
            <a:ext cx="27241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388" b="0">
                <a:solidFill>
                  <a:srgbClr val="17344F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388" b="0">
                <a:solidFill>
                  <a:srgbClr val="17344F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388" b="0">
                <a:solidFill>
                  <a:srgbClr val="17344F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388" b="0">
                <a:solidFill>
                  <a:srgbClr val="17344F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388" b="0">
                <a:solidFill>
                  <a:srgbClr val="17344F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388" b="0">
                <a:solidFill>
                  <a:srgbClr val="17344F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388" b="0">
                <a:solidFill>
                  <a:srgbClr val="17344F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388" b="0">
                <a:solidFill>
                  <a:srgbClr val="17344F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388" b="0">
                <a:solidFill>
                  <a:srgbClr val="17344F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388" b="0">
                <a:solidFill>
                  <a:srgbClr val="17344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388" b="0">
                <a:solidFill>
                  <a:srgbClr val="17344F"/>
                </a:solidFill>
                <a:latin typeface="PingFang SC"/>
                <a:ea typeface="PingFang SC"/>
                <a:cs typeface="PingFang SC"/>
              </a:defRPr>
            </a:pPr>
            <a:r>
              <a:rPr sz="1388" b="0">
                <a:solidFill>
                  <a:srgbClr val="17344F"/>
                </a:solidFill>
                <a:latin typeface="PingFang SC"/>
                <a:ea typeface="PingFang SC"/>
                <a:cs typeface="PingFang SC"/>
              </a:rPr>
              <a:t>AOS 多版本漏洞重评估后，</a:t>
            </a:r>
          </a:p>
          <a:p xmlns:a="http://schemas.openxmlformats.org/drawingml/2006/main">
            <a:pPr algn="l">
              <a:defRPr sz="1388" b="0">
                <a:solidFill>
                  <a:srgbClr val="17344F"/>
                </a:solidFill>
                <a:latin typeface="PingFang SC"/>
                <a:ea typeface="PingFang SC"/>
                <a:cs typeface="PingFang SC"/>
              </a:defRPr>
            </a:pPr>
            <a:r>
              <a:rPr sz="1388" b="0">
                <a:solidFill>
                  <a:srgbClr val="17344F"/>
                </a:solidFill>
                <a:latin typeface="PingFang SC"/>
                <a:ea typeface="PingFang SC"/>
                <a:cs typeface="PingFang SC"/>
              </a:rPr>
              <a:t>需批量处理“无影响”漏洞；</a:t>
            </a:r>
          </a:p>
          <a:p xmlns:a="http://schemas.openxmlformats.org/drawingml/2006/main">
            <a:pPr algn="l">
              <a:defRPr sz="1388" b="0">
                <a:solidFill>
                  <a:srgbClr val="17344F"/>
                </a:solidFill>
                <a:latin typeface="PingFang SC"/>
                <a:ea typeface="PingFang SC"/>
                <a:cs typeface="PingFang SC"/>
              </a:defRPr>
            </a:pPr>
            <a:r>
              <a:rPr sz="1388" b="0">
                <a:solidFill>
                  <a:srgbClr val="17344F"/>
                </a:solidFill>
                <a:latin typeface="PingFang SC"/>
                <a:ea typeface="PingFang SC"/>
                <a:cs typeface="PingFang SC"/>
              </a:rPr>
              <a:t>人工核对与逐条走单耗时。</a:t>
            </a:r>
          </a:p>
        </p:txBody>
      </p:sp>
      <p:sp>
        <p:nvSpPr>
          <p:cNvPr id="28" name="dts-challenges-label">
            <a:extLst xmlns:a="http://schemas.openxmlformats.org/drawingml/2006/main">
              <a:ext uri="{FF2B5EF4-FFF2-40B4-BE49-F238E27FC236}">
                <a16:creationId xmlns:a16="http://schemas.microsoft.com/office/drawing/2014/main" id="{D62B1B3F-D7D8-4562-A903-D0EB2AF22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4810125"/>
            <a:ext cx="2724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575" b="1">
                <a:solidFill>
                  <a:srgbClr val="17344F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575" b="1">
                <a:solidFill>
                  <a:srgbClr val="17344F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575" b="1">
                <a:solidFill>
                  <a:srgbClr val="17344F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575" b="1">
                <a:solidFill>
                  <a:srgbClr val="17344F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575" b="1">
                <a:solidFill>
                  <a:srgbClr val="17344F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575" b="1">
                <a:solidFill>
                  <a:srgbClr val="17344F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575" b="1">
                <a:solidFill>
                  <a:srgbClr val="17344F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575" b="1">
                <a:solidFill>
                  <a:srgbClr val="17344F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575" b="1">
                <a:solidFill>
                  <a:srgbClr val="17344F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575" b="1">
                <a:solidFill>
                  <a:srgbClr val="17344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575" b="1">
                <a:solidFill>
                  <a:srgbClr val="17344F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17344F"/>
                </a:solidFill>
                <a:latin typeface="PingFang SC"/>
                <a:ea typeface="PingFang SC"/>
                <a:cs typeface="PingFang SC"/>
              </a:rPr>
              <a:t>关键挑战</a:t>
            </a:r>
          </a:p>
        </p:txBody>
      </p:sp>
      <p:sp>
        <p:nvSpPr>
          <p:cNvPr id="29" name="dts-challenges">
            <a:extLst xmlns:a="http://schemas.openxmlformats.org/drawingml/2006/main">
              <a:ext uri="{FF2B5EF4-FFF2-40B4-BE49-F238E27FC236}">
                <a16:creationId xmlns:a16="http://schemas.microsoft.com/office/drawing/2014/main" id="{5D7601E0-74D3-4328-BE9B-A81778341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5162550"/>
            <a:ext cx="27241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388" b="0">
                <a:solidFill>
                  <a:srgbClr val="17344F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388" b="0">
                <a:solidFill>
                  <a:srgbClr val="17344F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388" b="0">
                <a:solidFill>
                  <a:srgbClr val="17344F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388" b="0">
                <a:solidFill>
                  <a:srgbClr val="17344F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388" b="0">
                <a:solidFill>
                  <a:srgbClr val="17344F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388" b="0">
                <a:solidFill>
                  <a:srgbClr val="17344F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388" b="0">
                <a:solidFill>
                  <a:srgbClr val="17344F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388" b="0">
                <a:solidFill>
                  <a:srgbClr val="17344F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388" b="0">
                <a:solidFill>
                  <a:srgbClr val="17344F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388" b="0">
                <a:solidFill>
                  <a:srgbClr val="17344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388" b="0">
                <a:solidFill>
                  <a:srgbClr val="17344F"/>
                </a:solidFill>
                <a:latin typeface="PingFang SC"/>
                <a:ea typeface="PingFang SC"/>
                <a:cs typeface="PingFang SC"/>
              </a:defRPr>
            </a:pPr>
            <a:r>
              <a:rPr sz="1388" b="0">
                <a:solidFill>
                  <a:srgbClr val="17344F"/>
                </a:solidFill>
                <a:latin typeface="PingFang SC"/>
                <a:ea typeface="PingFang SC"/>
                <a:cs typeface="PingFang SC"/>
              </a:rPr>
              <a:t>多版本表格关联与去重</a:t>
            </a:r>
          </a:p>
          <a:p xmlns:a="http://schemas.openxmlformats.org/drawingml/2006/main">
            <a:pPr algn="l">
              <a:defRPr sz="1388" b="0">
                <a:solidFill>
                  <a:srgbClr val="17344F"/>
                </a:solidFill>
                <a:latin typeface="PingFang SC"/>
                <a:ea typeface="PingFang SC"/>
                <a:cs typeface="PingFang SC"/>
              </a:defRPr>
            </a:pPr>
            <a:r>
              <a:rPr sz="1388" b="0">
                <a:solidFill>
                  <a:srgbClr val="17344F"/>
                </a:solidFill>
                <a:latin typeface="PingFang SC"/>
                <a:ea typeface="PingFang SC"/>
                <a:cs typeface="PingFang SC"/>
              </a:rPr>
              <a:t>证明材料缺失或重复上传</a:t>
            </a:r>
          </a:p>
          <a:p xmlns:a="http://schemas.openxmlformats.org/drawingml/2006/main">
            <a:pPr algn="l">
              <a:defRPr sz="1388" b="0">
                <a:solidFill>
                  <a:srgbClr val="17344F"/>
                </a:solidFill>
                <a:latin typeface="PingFang SC"/>
                <a:ea typeface="PingFang SC"/>
                <a:cs typeface="PingFang SC"/>
              </a:defRPr>
            </a:pPr>
            <a:r>
              <a:rPr sz="1388" b="0">
                <a:solidFill>
                  <a:srgbClr val="17344F"/>
                </a:solidFill>
                <a:latin typeface="PingFang SC"/>
                <a:ea typeface="PingFang SC"/>
                <a:cs typeface="PingFang SC"/>
              </a:rPr>
              <a:t>执行状态与业务结果不一致</a:t>
            </a:r>
          </a:p>
        </p:txBody>
      </p:sp>
      <p:sp>
        <p:nvSpPr>
          <p:cNvPr id="30" name="dts-issues-heading">
            <a:extLst xmlns:a="http://schemas.openxmlformats.org/drawingml/2006/main">
              <a:ext uri="{FF2B5EF4-FFF2-40B4-BE49-F238E27FC236}">
                <a16:creationId xmlns:a16="http://schemas.microsoft.com/office/drawing/2014/main" id="{7C6DA860-ECC2-454C-8C40-F55BCFB2E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2952750"/>
            <a:ext cx="48006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800" b="1">
                <a:solidFill>
                  <a:srgbClr val="245F8D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800" b="1">
                <a:solidFill>
                  <a:srgbClr val="245F8D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800" b="1">
                <a:solidFill>
                  <a:srgbClr val="245F8D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800" b="1">
                <a:solidFill>
                  <a:srgbClr val="245F8D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800" b="1">
                <a:solidFill>
                  <a:srgbClr val="245F8D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800" b="1">
                <a:solidFill>
                  <a:srgbClr val="245F8D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800" b="1">
                <a:solidFill>
                  <a:srgbClr val="245F8D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800" b="1">
                <a:solidFill>
                  <a:srgbClr val="245F8D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800" b="1">
                <a:solidFill>
                  <a:srgbClr val="245F8D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800" b="1">
                <a:solidFill>
                  <a:srgbClr val="245F8D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245F8D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245F8D"/>
                </a:solidFill>
                <a:latin typeface="PingFang SC"/>
                <a:ea typeface="PingFang SC"/>
                <a:cs typeface="PingFang SC"/>
              </a:rPr>
              <a:t>问题举例与处理</a:t>
            </a:r>
          </a:p>
        </p:txBody>
      </p:sp>
      <p:sp>
        <p:nvSpPr>
          <p:cNvPr id="31" name="dts-issue-1">
            <a:extLst xmlns:a="http://schemas.openxmlformats.org/drawingml/2006/main">
              <a:ext uri="{FF2B5EF4-FFF2-40B4-BE49-F238E27FC236}">
                <a16:creationId xmlns:a16="http://schemas.microsoft.com/office/drawing/2014/main" id="{E51E7399-956D-457D-95B8-630A980B6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3429000"/>
            <a:ext cx="4800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575" b="1">
                <a:solidFill>
                  <a:srgbClr val="17344F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575" b="1">
                <a:solidFill>
                  <a:srgbClr val="17344F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575" b="1">
                <a:solidFill>
                  <a:srgbClr val="17344F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575" b="1">
                <a:solidFill>
                  <a:srgbClr val="17344F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575" b="1">
                <a:solidFill>
                  <a:srgbClr val="17344F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575" b="1">
                <a:solidFill>
                  <a:srgbClr val="17344F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575" b="1">
                <a:solidFill>
                  <a:srgbClr val="17344F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575" b="1">
                <a:solidFill>
                  <a:srgbClr val="17344F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575" b="1">
                <a:solidFill>
                  <a:srgbClr val="17344F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575" b="1">
                <a:solidFill>
                  <a:srgbClr val="17344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575" b="1">
                <a:solidFill>
                  <a:srgbClr val="17344F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17344F"/>
                </a:solidFill>
                <a:latin typeface="PingFang SC"/>
                <a:ea typeface="PingFang SC"/>
                <a:cs typeface="PingFang SC"/>
              </a:rPr>
              <a:t>工作流成功，但 DTS 单号为空</a:t>
            </a:r>
          </a:p>
        </p:txBody>
      </p:sp>
      <p:sp>
        <p:nvSpPr>
          <p:cNvPr id="32" name="dts-solution-1">
            <a:extLst xmlns:a="http://schemas.openxmlformats.org/drawingml/2006/main">
              <a:ext uri="{FF2B5EF4-FFF2-40B4-BE49-F238E27FC236}">
                <a16:creationId xmlns:a16="http://schemas.microsoft.com/office/drawing/2014/main" id="{1218566A-629A-4FD8-B841-04B6C09B3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3781425"/>
            <a:ext cx="4800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388" b="0">
                <a:solidFill>
                  <a:srgbClr val="17344F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388" b="0">
                <a:solidFill>
                  <a:srgbClr val="17344F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388" b="0">
                <a:solidFill>
                  <a:srgbClr val="17344F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388" b="0">
                <a:solidFill>
                  <a:srgbClr val="17344F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388" b="0">
                <a:solidFill>
                  <a:srgbClr val="17344F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388" b="0">
                <a:solidFill>
                  <a:srgbClr val="17344F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388" b="0">
                <a:solidFill>
                  <a:srgbClr val="17344F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388" b="0">
                <a:solidFill>
                  <a:srgbClr val="17344F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388" b="0">
                <a:solidFill>
                  <a:srgbClr val="17344F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388" b="0">
                <a:solidFill>
                  <a:srgbClr val="17344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388" b="0">
                <a:solidFill>
                  <a:srgbClr val="17344F"/>
                </a:solidFill>
                <a:latin typeface="PingFang SC"/>
                <a:ea typeface="PingFang SC"/>
                <a:cs typeface="PingFang SC"/>
              </a:defRPr>
            </a:pPr>
            <a:r>
              <a:rPr sz="1388" b="0">
                <a:solidFill>
                  <a:srgbClr val="17344F"/>
                </a:solidFill>
                <a:latin typeface="PingFang SC"/>
                <a:ea typeface="PingFang SC"/>
                <a:cs typeface="PingFang SC"/>
              </a:rPr>
              <a:t>解析 dtsNo 与错误输出，以业务结果判定成功。</a:t>
            </a:r>
          </a:p>
        </p:txBody>
      </p:sp>
      <p:sp>
        <p:nvSpPr>
          <p:cNvPr id="33" name="dts-issue-2">
            <a:extLst xmlns:a="http://schemas.openxmlformats.org/drawingml/2006/main">
              <a:ext uri="{FF2B5EF4-FFF2-40B4-BE49-F238E27FC236}">
                <a16:creationId xmlns:a16="http://schemas.microsoft.com/office/drawing/2014/main" id="{D70A13BD-35FA-4407-A051-E3F05FAB7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4352925"/>
            <a:ext cx="4800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575" b="1">
                <a:solidFill>
                  <a:srgbClr val="17344F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575" b="1">
                <a:solidFill>
                  <a:srgbClr val="17344F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575" b="1">
                <a:solidFill>
                  <a:srgbClr val="17344F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575" b="1">
                <a:solidFill>
                  <a:srgbClr val="17344F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575" b="1">
                <a:solidFill>
                  <a:srgbClr val="17344F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575" b="1">
                <a:solidFill>
                  <a:srgbClr val="17344F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575" b="1">
                <a:solidFill>
                  <a:srgbClr val="17344F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575" b="1">
                <a:solidFill>
                  <a:srgbClr val="17344F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575" b="1">
                <a:solidFill>
                  <a:srgbClr val="17344F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575" b="1">
                <a:solidFill>
                  <a:srgbClr val="17344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575" b="1">
                <a:solidFill>
                  <a:srgbClr val="17344F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17344F"/>
                </a:solidFill>
                <a:latin typeface="PingFang SC"/>
                <a:ea typeface="PingFang SC"/>
                <a:cs typeface="PingFang SC"/>
              </a:rPr>
              <a:t>任务已收到，但 MongoDB 查询为空</a:t>
            </a:r>
          </a:p>
        </p:txBody>
      </p:sp>
      <p:sp>
        <p:nvSpPr>
          <p:cNvPr id="34" name="dts-solution-2">
            <a:extLst xmlns:a="http://schemas.openxmlformats.org/drawingml/2006/main">
              <a:ext uri="{FF2B5EF4-FFF2-40B4-BE49-F238E27FC236}">
                <a16:creationId xmlns:a16="http://schemas.microsoft.com/office/drawing/2014/main" id="{173BF517-5B6B-4C59-AD13-17FA8F5AF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4705350"/>
            <a:ext cx="48006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388" b="0">
                <a:solidFill>
                  <a:srgbClr val="17344F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388" b="0">
                <a:solidFill>
                  <a:srgbClr val="17344F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388" b="0">
                <a:solidFill>
                  <a:srgbClr val="17344F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388" b="0">
                <a:solidFill>
                  <a:srgbClr val="17344F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388" b="0">
                <a:solidFill>
                  <a:srgbClr val="17344F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388" b="0">
                <a:solidFill>
                  <a:srgbClr val="17344F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388" b="0">
                <a:solidFill>
                  <a:srgbClr val="17344F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388" b="0">
                <a:solidFill>
                  <a:srgbClr val="17344F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388" b="0">
                <a:solidFill>
                  <a:srgbClr val="17344F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388" b="0">
                <a:solidFill>
                  <a:srgbClr val="17344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388" b="0">
                <a:solidFill>
                  <a:srgbClr val="17344F"/>
                </a:solidFill>
                <a:latin typeface="PingFang SC"/>
                <a:ea typeface="PingFang SC"/>
                <a:cs typeface="PingFang SC"/>
              </a:defRPr>
            </a:pPr>
            <a:r>
              <a:rPr sz="1388" b="0">
                <a:solidFill>
                  <a:srgbClr val="17344F"/>
                </a:solidFill>
                <a:latin typeface="PingFang SC"/>
                <a:ea typeface="PingFang SC"/>
                <a:cs typeface="PingFang SC"/>
              </a:rPr>
              <a:t>已定位创建端与消费端数据源不一致；</a:t>
            </a:r>
          </a:p>
          <a:p xmlns:a="http://schemas.openxmlformats.org/drawingml/2006/main">
            <a:pPr algn="l">
              <a:defRPr sz="1388" b="0">
                <a:solidFill>
                  <a:srgbClr val="17344F"/>
                </a:solidFill>
                <a:latin typeface="PingFang SC"/>
                <a:ea typeface="PingFang SC"/>
                <a:cs typeface="PingFang SC"/>
              </a:defRPr>
            </a:pPr>
            <a:r>
              <a:rPr sz="1388" b="0">
                <a:solidFill>
                  <a:srgbClr val="17344F"/>
                </a:solidFill>
                <a:latin typeface="PingFang SC"/>
                <a:ea typeface="PingFang SC"/>
                <a:cs typeface="PingFang SC"/>
              </a:rPr>
              <a:t>统一连接配置后需进一步验证。</a:t>
            </a:r>
          </a:p>
        </p:txBody>
      </p:sp>
      <p:sp>
        <p:nvSpPr>
          <p:cNvPr id="35" name="dts-issue-3">
            <a:extLst xmlns:a="http://schemas.openxmlformats.org/drawingml/2006/main">
              <a:ext uri="{FF2B5EF4-FFF2-40B4-BE49-F238E27FC236}">
                <a16:creationId xmlns:a16="http://schemas.microsoft.com/office/drawing/2014/main" id="{BBCE4524-89A1-47D5-B029-10799F581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5391150"/>
            <a:ext cx="4800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575" b="1">
                <a:solidFill>
                  <a:srgbClr val="17344F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575" b="1">
                <a:solidFill>
                  <a:srgbClr val="17344F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575" b="1">
                <a:solidFill>
                  <a:srgbClr val="17344F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575" b="1">
                <a:solidFill>
                  <a:srgbClr val="17344F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575" b="1">
                <a:solidFill>
                  <a:srgbClr val="17344F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575" b="1">
                <a:solidFill>
                  <a:srgbClr val="17344F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575" b="1">
                <a:solidFill>
                  <a:srgbClr val="17344F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575" b="1">
                <a:solidFill>
                  <a:srgbClr val="17344F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575" b="1">
                <a:solidFill>
                  <a:srgbClr val="17344F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575" b="1">
                <a:solidFill>
                  <a:srgbClr val="17344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575" b="1">
                <a:solidFill>
                  <a:srgbClr val="17344F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17344F"/>
                </a:solidFill>
                <a:latin typeface="PingFang SC"/>
                <a:ea typeface="PingFang SC"/>
                <a:cs typeface="PingFang SC"/>
              </a:rPr>
              <a:t>证明文件缺失，影响批量任务</a:t>
            </a:r>
          </a:p>
        </p:txBody>
      </p:sp>
      <p:sp>
        <p:nvSpPr>
          <p:cNvPr id="36" name="dts-solution-3">
            <a:extLst xmlns:a="http://schemas.openxmlformats.org/drawingml/2006/main">
              <a:ext uri="{FF2B5EF4-FFF2-40B4-BE49-F238E27FC236}">
                <a16:creationId xmlns:a16="http://schemas.microsoft.com/office/drawing/2014/main" id="{87A13CF2-9AFD-4681-A35D-9C5E0301D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5743575"/>
            <a:ext cx="48006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388" b="0">
                <a:solidFill>
                  <a:srgbClr val="17344F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388" b="0">
                <a:solidFill>
                  <a:srgbClr val="17344F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388" b="0">
                <a:solidFill>
                  <a:srgbClr val="17344F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388" b="0">
                <a:solidFill>
                  <a:srgbClr val="17344F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388" b="0">
                <a:solidFill>
                  <a:srgbClr val="17344F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388" b="0">
                <a:solidFill>
                  <a:srgbClr val="17344F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388" b="0">
                <a:solidFill>
                  <a:srgbClr val="17344F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388" b="0">
                <a:solidFill>
                  <a:srgbClr val="17344F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388" b="0">
                <a:solidFill>
                  <a:srgbClr val="17344F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388" b="0">
                <a:solidFill>
                  <a:srgbClr val="17344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388" b="0">
                <a:solidFill>
                  <a:srgbClr val="17344F"/>
                </a:solidFill>
                <a:latin typeface="PingFang SC"/>
                <a:ea typeface="PingFang SC"/>
                <a:cs typeface="PingFang SC"/>
              </a:defRPr>
            </a:pPr>
            <a:r>
              <a:rPr sz="1388" b="0">
                <a:solidFill>
                  <a:srgbClr val="17344F"/>
                </a:solidFill>
                <a:latin typeface="PingFang SC"/>
                <a:ea typeface="PingFang SC"/>
                <a:cs typeface="PingFang SC"/>
              </a:rPr>
              <a:t>预检查拦截并记录原因，隔离单条异常，</a:t>
            </a:r>
          </a:p>
          <a:p xmlns:a="http://schemas.openxmlformats.org/drawingml/2006/main">
            <a:pPr algn="l">
              <a:defRPr sz="1388" b="0">
                <a:solidFill>
                  <a:srgbClr val="17344F"/>
                </a:solidFill>
                <a:latin typeface="PingFang SC"/>
                <a:ea typeface="PingFang SC"/>
                <a:cs typeface="PingFang SC"/>
              </a:defRPr>
            </a:pPr>
            <a:r>
              <a:rPr sz="1388" b="0">
                <a:solidFill>
                  <a:srgbClr val="17344F"/>
                </a:solidFill>
                <a:latin typeface="PingFang SC"/>
                <a:ea typeface="PingFang SC"/>
                <a:cs typeface="PingFang SC"/>
              </a:rPr>
              <a:t>继续处理其余记录。</a:t>
            </a:r>
          </a:p>
        </p:txBody>
      </p:sp>
      <p:sp>
        <p:nvSpPr>
          <p:cNvPr id="37" name="dts-outcome-heading">
            <a:extLst xmlns:a="http://schemas.openxmlformats.org/drawingml/2006/main">
              <a:ext uri="{FF2B5EF4-FFF2-40B4-BE49-F238E27FC236}">
                <a16:creationId xmlns:a16="http://schemas.microsoft.com/office/drawing/2014/main" id="{4F335D1E-0CDE-45D5-921F-895C1ED9D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2952750"/>
            <a:ext cx="2876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800" b="1">
                <a:solidFill>
                  <a:srgbClr val="245F8D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800" b="1">
                <a:solidFill>
                  <a:srgbClr val="245F8D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800" b="1">
                <a:solidFill>
                  <a:srgbClr val="245F8D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800" b="1">
                <a:solidFill>
                  <a:srgbClr val="245F8D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800" b="1">
                <a:solidFill>
                  <a:srgbClr val="245F8D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800" b="1">
                <a:solidFill>
                  <a:srgbClr val="245F8D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800" b="1">
                <a:solidFill>
                  <a:srgbClr val="245F8D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800" b="1">
                <a:solidFill>
                  <a:srgbClr val="245F8D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800" b="1">
                <a:solidFill>
                  <a:srgbClr val="245F8D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800" b="1">
                <a:solidFill>
                  <a:srgbClr val="245F8D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245F8D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245F8D"/>
                </a:solidFill>
                <a:latin typeface="PingFang SC"/>
                <a:ea typeface="PingFang SC"/>
                <a:cs typeface="PingFang SC"/>
              </a:rPr>
              <a:t>工作输出与收获</a:t>
            </a:r>
          </a:p>
        </p:txBody>
      </p:sp>
      <p:sp>
        <p:nvSpPr>
          <p:cNvPr id="38" name="dts-output-label">
            <a:extLst xmlns:a="http://schemas.openxmlformats.org/drawingml/2006/main">
              <a:ext uri="{FF2B5EF4-FFF2-40B4-BE49-F238E27FC236}">
                <a16:creationId xmlns:a16="http://schemas.microsoft.com/office/drawing/2014/main" id="{32D505AF-D401-4300-8ACE-2BD64621F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3429000"/>
            <a:ext cx="2876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575" b="1">
                <a:solidFill>
                  <a:srgbClr val="17344F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575" b="1">
                <a:solidFill>
                  <a:srgbClr val="17344F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575" b="1">
                <a:solidFill>
                  <a:srgbClr val="17344F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575" b="1">
                <a:solidFill>
                  <a:srgbClr val="17344F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575" b="1">
                <a:solidFill>
                  <a:srgbClr val="17344F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575" b="1">
                <a:solidFill>
                  <a:srgbClr val="17344F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575" b="1">
                <a:solidFill>
                  <a:srgbClr val="17344F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575" b="1">
                <a:solidFill>
                  <a:srgbClr val="17344F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575" b="1">
                <a:solidFill>
                  <a:srgbClr val="17344F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575" b="1">
                <a:solidFill>
                  <a:srgbClr val="17344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575" b="1">
                <a:solidFill>
                  <a:srgbClr val="17344F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17344F"/>
                </a:solidFill>
                <a:latin typeface="PingFang SC"/>
                <a:ea typeface="PingFang SC"/>
                <a:cs typeface="PingFang SC"/>
              </a:rPr>
              <a:t>工作输出</a:t>
            </a:r>
          </a:p>
        </p:txBody>
      </p:sp>
      <p:sp>
        <p:nvSpPr>
          <p:cNvPr id="39" name="dts-outputs">
            <a:extLst xmlns:a="http://schemas.openxmlformats.org/drawingml/2006/main">
              <a:ext uri="{FF2B5EF4-FFF2-40B4-BE49-F238E27FC236}">
                <a16:creationId xmlns:a16="http://schemas.microsoft.com/office/drawing/2014/main" id="{B40BFCCD-5A17-4F42-B250-649C2E449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3781425"/>
            <a:ext cx="28765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388" b="0">
                <a:solidFill>
                  <a:srgbClr val="17344F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388" b="0">
                <a:solidFill>
                  <a:srgbClr val="17344F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388" b="0">
                <a:solidFill>
                  <a:srgbClr val="17344F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388" b="0">
                <a:solidFill>
                  <a:srgbClr val="17344F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388" b="0">
                <a:solidFill>
                  <a:srgbClr val="17344F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388" b="0">
                <a:solidFill>
                  <a:srgbClr val="17344F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388" b="0">
                <a:solidFill>
                  <a:srgbClr val="17344F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388" b="0">
                <a:solidFill>
                  <a:srgbClr val="17344F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388" b="0">
                <a:solidFill>
                  <a:srgbClr val="17344F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388" b="0">
                <a:solidFill>
                  <a:srgbClr val="17344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388" b="0">
                <a:solidFill>
                  <a:srgbClr val="17344F"/>
                </a:solidFill>
                <a:latin typeface="PingFang SC"/>
                <a:ea typeface="PingFang SC"/>
                <a:cs typeface="PingFang SC"/>
              </a:defRPr>
            </a:pPr>
            <a:r>
              <a:rPr sz="1388" b="0">
                <a:solidFill>
                  <a:srgbClr val="17344F"/>
                </a:solidFill>
                <a:latin typeface="PingFang SC"/>
                <a:ea typeface="PingFang SC"/>
                <a:cs typeface="PingFang SC"/>
              </a:rPr>
              <a:t>自动走单服务与定时调度</a:t>
            </a:r>
          </a:p>
          <a:p xmlns:a="http://schemas.openxmlformats.org/drawingml/2006/main">
            <a:pPr algn="l">
              <a:defRPr sz="1388" b="0">
                <a:solidFill>
                  <a:srgbClr val="17344F"/>
                </a:solidFill>
                <a:latin typeface="PingFang SC"/>
                <a:ea typeface="PingFang SC"/>
                <a:cs typeface="PingFang SC"/>
              </a:defRPr>
            </a:pPr>
            <a:r>
              <a:rPr sz="1388" b="0">
                <a:solidFill>
                  <a:srgbClr val="17344F"/>
                </a:solidFill>
                <a:latin typeface="PingFang SC"/>
                <a:ea typeface="PingFang SC"/>
                <a:cs typeface="PingFang SC"/>
              </a:rPr>
              <a:t>逐条结果、日志与版本汇总</a:t>
            </a:r>
          </a:p>
          <a:p xmlns:a="http://schemas.openxmlformats.org/drawingml/2006/main">
            <a:pPr algn="l">
              <a:defRPr sz="1388" b="0">
                <a:solidFill>
                  <a:srgbClr val="17344F"/>
                </a:solidFill>
                <a:latin typeface="PingFang SC"/>
                <a:ea typeface="PingFang SC"/>
                <a:cs typeface="PingFang SC"/>
              </a:defRPr>
            </a:pPr>
            <a:r>
              <a:rPr sz="1388" b="0">
                <a:solidFill>
                  <a:srgbClr val="17344F"/>
                </a:solidFill>
                <a:latin typeface="PingFang SC"/>
                <a:ea typeface="PingFang SC"/>
                <a:cs typeface="PingFang SC"/>
              </a:rPr>
              <a:t>小鲁班通知</a:t>
            </a:r>
          </a:p>
        </p:txBody>
      </p:sp>
      <p:sp>
        <p:nvSpPr>
          <p:cNvPr id="40" name="dts-learning-label">
            <a:extLst xmlns:a="http://schemas.openxmlformats.org/drawingml/2006/main">
              <a:ext uri="{FF2B5EF4-FFF2-40B4-BE49-F238E27FC236}">
                <a16:creationId xmlns:a16="http://schemas.microsoft.com/office/drawing/2014/main" id="{C248A76A-ECEE-42D2-9573-93F73112B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4810125"/>
            <a:ext cx="2876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575" b="1">
                <a:solidFill>
                  <a:srgbClr val="17344F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575" b="1">
                <a:solidFill>
                  <a:srgbClr val="17344F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575" b="1">
                <a:solidFill>
                  <a:srgbClr val="17344F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575" b="1">
                <a:solidFill>
                  <a:srgbClr val="17344F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575" b="1">
                <a:solidFill>
                  <a:srgbClr val="17344F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575" b="1">
                <a:solidFill>
                  <a:srgbClr val="17344F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575" b="1">
                <a:solidFill>
                  <a:srgbClr val="17344F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575" b="1">
                <a:solidFill>
                  <a:srgbClr val="17344F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575" b="1">
                <a:solidFill>
                  <a:srgbClr val="17344F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575" b="1">
                <a:solidFill>
                  <a:srgbClr val="17344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575" b="1">
                <a:solidFill>
                  <a:srgbClr val="17344F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17344F"/>
                </a:solidFill>
                <a:latin typeface="PingFang SC"/>
                <a:ea typeface="PingFang SC"/>
                <a:cs typeface="PingFang SC"/>
              </a:rPr>
              <a:t>工作收获</a:t>
            </a:r>
          </a:p>
        </p:txBody>
      </p:sp>
      <p:sp>
        <p:nvSpPr>
          <p:cNvPr id="41" name="dts-learnings">
            <a:extLst xmlns:a="http://schemas.openxmlformats.org/drawingml/2006/main">
              <a:ext uri="{FF2B5EF4-FFF2-40B4-BE49-F238E27FC236}">
                <a16:creationId xmlns:a16="http://schemas.microsoft.com/office/drawing/2014/main" id="{7028A8A6-34DE-48CD-AF3F-A854CE5A6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5162550"/>
            <a:ext cx="28765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388" b="0">
                <a:solidFill>
                  <a:srgbClr val="17344F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388" b="0">
                <a:solidFill>
                  <a:srgbClr val="17344F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388" b="0">
                <a:solidFill>
                  <a:srgbClr val="17344F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388" b="0">
                <a:solidFill>
                  <a:srgbClr val="17344F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388" b="0">
                <a:solidFill>
                  <a:srgbClr val="17344F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388" b="0">
                <a:solidFill>
                  <a:srgbClr val="17344F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388" b="0">
                <a:solidFill>
                  <a:srgbClr val="17344F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388" b="0">
                <a:solidFill>
                  <a:srgbClr val="17344F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388" b="0">
                <a:solidFill>
                  <a:srgbClr val="17344F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388" b="0">
                <a:solidFill>
                  <a:srgbClr val="17344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388" b="0">
                <a:solidFill>
                  <a:srgbClr val="17344F"/>
                </a:solidFill>
                <a:latin typeface="PingFang SC"/>
                <a:ea typeface="PingFang SC"/>
                <a:cs typeface="PingFang SC"/>
              </a:defRPr>
            </a:pPr>
            <a:r>
              <a:rPr sz="1388" b="0">
                <a:solidFill>
                  <a:srgbClr val="17344F"/>
                </a:solidFill>
                <a:latin typeface="PingFang SC"/>
                <a:ea typeface="PingFang SC"/>
                <a:cs typeface="PingFang SC"/>
              </a:rPr>
              <a:t>Python 自动化与系统集成</a:t>
            </a:r>
          </a:p>
          <a:p xmlns:a="http://schemas.openxmlformats.org/drawingml/2006/main">
            <a:pPr algn="l">
              <a:defRPr sz="1388" b="0">
                <a:solidFill>
                  <a:srgbClr val="17344F"/>
                </a:solidFill>
                <a:latin typeface="PingFang SC"/>
                <a:ea typeface="PingFang SC"/>
                <a:cs typeface="PingFang SC"/>
              </a:defRPr>
            </a:pPr>
            <a:r>
              <a:rPr sz="1388" b="0">
                <a:solidFill>
                  <a:srgbClr val="17344F"/>
                </a:solidFill>
                <a:latin typeface="PingFang SC"/>
                <a:ea typeface="PingFang SC"/>
                <a:cs typeface="PingFang SC"/>
              </a:rPr>
              <a:t>Celery / MongoDB / Dify 实践</a:t>
            </a:r>
          </a:p>
          <a:p xmlns:a="http://schemas.openxmlformats.org/drawingml/2006/main">
            <a:pPr algn="l">
              <a:defRPr sz="1388" b="0">
                <a:solidFill>
                  <a:srgbClr val="17344F"/>
                </a:solidFill>
                <a:latin typeface="PingFang SC"/>
                <a:ea typeface="PingFang SC"/>
                <a:cs typeface="PingFang SC"/>
              </a:defRPr>
            </a:pPr>
            <a:r>
              <a:rPr sz="1388" b="0">
                <a:solidFill>
                  <a:srgbClr val="17344F"/>
                </a:solidFill>
                <a:latin typeface="PingFang SC"/>
                <a:ea typeface="PingFang SC"/>
                <a:cs typeface="PingFang SC"/>
              </a:rPr>
              <a:t>业务状态判定与异常定位</a:t>
            </a:r>
          </a:p>
        </p:txBody>
      </p:sp>
    </p:spTree>
    <p:extLst>
      <p:ext uri="{BB962C8B-B14F-4D97-AF65-F5344CB8AC3E}">
        <p14:creationId xmlns:p14="http://schemas.microsoft.com/office/powerpoint/2010/main" val="22304056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2026-10-28T01:44:24.4200000Z</dcterms:created>
  <dcterms:modified xsi:type="dcterms:W3CDTF">2026-10-28T01:44:24.4200000Z</dcterms:modified>
</coreProperties>
</file>